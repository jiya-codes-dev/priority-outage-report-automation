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583" r:id="rId2"/>
    <p:sldId id="2134804378" r:id="rId3"/>
  </p:sldIdLst>
  <p:sldSz cx="14630400" cy="8229600"/>
  <p:notesSz cx="6858000" cy="9144000"/>
  <p:defaultTextStyle>
    <a:defPPr>
      <a:defRPr lang="en-US"/>
    </a:defPPr>
    <a:lvl1pPr marL="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1pPr>
    <a:lvl2pPr marL="54864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2pPr>
    <a:lvl3pPr marL="109728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3pPr>
    <a:lvl4pPr marL="164592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4pPr>
    <a:lvl5pPr marL="219456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5pPr>
    <a:lvl6pPr marL="274320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808" autoAdjust="0"/>
    <p:restoredTop sz="95847" autoAdjust="0"/>
  </p:normalViewPr>
  <p:slideViewPr>
    <p:cSldViewPr snapToGrid="0">
      <p:cViewPr varScale="1">
        <p:scale>
          <a:sx n="82" d="100"/>
          <a:sy n="82" d="100"/>
        </p:scale>
        <p:origin x="24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0" name="Straight Connector 9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itle 1"/>
          <p:cNvSpPr>
            <a:spLocks noGrp="1"/>
          </p:cNvSpPr>
          <p:nvPr>
            <p:ph type="ctrTitle"/>
          </p:nvPr>
        </p:nvSpPr>
        <p:spPr>
          <a:xfrm>
            <a:off x="685800" y="1767850"/>
            <a:ext cx="8442958" cy="3246110"/>
          </a:xfrm>
        </p:spPr>
        <p:txBody>
          <a:bodyPr anchor="b" anchorCtr="0">
            <a:noAutofit/>
          </a:bodyPr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685800" y="5334000"/>
            <a:ext cx="8442958" cy="9144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7314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29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4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59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89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19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Footer Placeholder 4"/>
          <p:cNvSpPr txBox="1">
            <a:spLocks/>
          </p:cNvSpPr>
          <p:nvPr userDrawn="1"/>
        </p:nvSpPr>
        <p:spPr>
          <a:xfrm>
            <a:off x="4800600" y="7580440"/>
            <a:ext cx="50292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© 2020 DXC Technology Company. All rights reserved.</a:t>
            </a:r>
          </a:p>
        </p:txBody>
      </p:sp>
      <p:sp>
        <p:nvSpPr>
          <p:cNvPr id="19" name="Text Box 115"/>
          <p:cNvSpPr txBox="1">
            <a:spLocks noChangeArrowheads="1"/>
          </p:cNvSpPr>
          <p:nvPr userDrawn="1"/>
        </p:nvSpPr>
        <p:spPr bwMode="auto">
          <a:xfrm>
            <a:off x="11887200" y="7580440"/>
            <a:ext cx="205740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18288" anchor="ctr" anchorCtr="0">
            <a:noAutofit/>
          </a:bodyPr>
          <a:lstStyle/>
          <a:p>
            <a:pPr algn="r" defTabSz="820705">
              <a:spcBef>
                <a:spcPts val="0"/>
              </a:spcBef>
            </a:pPr>
            <a:fld id="{03C7D0F0-10D5-4191-B6F4-99306F468FEF}" type="datetime4">
              <a:rPr lang="en-US" sz="1400" b="0" smtClean="0">
                <a:solidFill>
                  <a:schemeClr val="tx1"/>
                </a:solidFill>
              </a:rPr>
              <a:pPr algn="r" defTabSz="820705">
                <a:spcBef>
                  <a:spcPts val="0"/>
                </a:spcBef>
              </a:pPr>
              <a:t>September 14, 2021</a:t>
            </a:fld>
            <a:endParaRPr lang="en-US" sz="1400" b="0" dirty="0">
              <a:solidFill>
                <a:schemeClr val="tx1"/>
              </a:solidFill>
            </a:endParaRPr>
          </a:p>
        </p:txBody>
      </p:sp>
      <p:sp>
        <p:nvSpPr>
          <p:cNvPr id="44" name="Freeform 9">
            <a:extLst>
              <a:ext uri="{FF2B5EF4-FFF2-40B4-BE49-F238E27FC236}">
                <a16:creationId xmlns:a16="http://schemas.microsoft.com/office/drawing/2014/main" id="{276DE3C4-4C5A-4758-854B-70C699DB392B}"/>
              </a:ext>
            </a:extLst>
          </p:cNvPr>
          <p:cNvSpPr>
            <a:spLocks noChangeAspect="1"/>
          </p:cNvSpPr>
          <p:nvPr userDrawn="1"/>
        </p:nvSpPr>
        <p:spPr bwMode="black">
          <a:xfrm rot="5400000">
            <a:off x="9067514" y="1615788"/>
            <a:ext cx="6207082" cy="4918690"/>
          </a:xfrm>
          <a:custGeom>
            <a:avLst/>
            <a:gdLst>
              <a:gd name="T0" fmla="*/ 0 w 370"/>
              <a:gd name="T1" fmla="*/ 0 h 321"/>
              <a:gd name="T2" fmla="*/ 0 w 370"/>
              <a:gd name="T3" fmla="*/ 0 h 321"/>
              <a:gd name="T4" fmla="*/ 184 w 370"/>
              <a:gd name="T5" fmla="*/ 321 h 321"/>
              <a:gd name="T6" fmla="*/ 370 w 370"/>
              <a:gd name="T7" fmla="*/ 0 h 321"/>
              <a:gd name="T8" fmla="*/ 0 w 370"/>
              <a:gd name="T9" fmla="*/ 0 h 3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0" h="321">
                <a:moveTo>
                  <a:pt x="0" y="0"/>
                </a:moveTo>
                <a:lnTo>
                  <a:pt x="0" y="0"/>
                </a:lnTo>
                <a:lnTo>
                  <a:pt x="184" y="321"/>
                </a:lnTo>
                <a:lnTo>
                  <a:pt x="37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46304" tIns="73152" rIns="146304" bIns="73152" numCol="1" anchor="t" anchorCtr="0" compatLnSpc="1">
            <a:prstTxWarp prst="textNoShape">
              <a:avLst/>
            </a:prstTxWarp>
          </a:bodyPr>
          <a:lstStyle/>
          <a:p>
            <a:endParaRPr lang="en-US" sz="4608" dirty="0"/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84EB0626-3451-466B-BAD4-AD071BB235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6762" y="1122046"/>
            <a:ext cx="3793799" cy="404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904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9_Title Slide 0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54" descr="The inside of a building&#10;&#10;Description automatically generated">
            <a:extLst>
              <a:ext uri="{FF2B5EF4-FFF2-40B4-BE49-F238E27FC236}">
                <a16:creationId xmlns:a16="http://schemas.microsoft.com/office/drawing/2014/main" id="{54EFA3D2-7B07-4663-A6F3-18A4F4CF1B6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5123"/>
          <a:stretch/>
        </p:blipFill>
        <p:spPr>
          <a:xfrm>
            <a:off x="2918341" y="0"/>
            <a:ext cx="11712059" cy="8229600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EADB6A7E-60AE-448E-9E4B-1085E5C43926}"/>
              </a:ext>
            </a:extLst>
          </p:cNvPr>
          <p:cNvSpPr/>
          <p:nvPr userDrawn="1"/>
        </p:nvSpPr>
        <p:spPr>
          <a:xfrm>
            <a:off x="1" y="933462"/>
            <a:ext cx="3371850" cy="729613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0CF99E66-933C-4F36-AC84-02691BE4535B}"/>
              </a:ext>
            </a:extLst>
          </p:cNvPr>
          <p:cNvSpPr/>
          <p:nvPr userDrawn="1"/>
        </p:nvSpPr>
        <p:spPr>
          <a:xfrm rot="10800000" flipH="1">
            <a:off x="1" y="2"/>
            <a:ext cx="12770156" cy="5902321"/>
          </a:xfrm>
          <a:custGeom>
            <a:avLst/>
            <a:gdLst>
              <a:gd name="connsiteX0" fmla="*/ 0 w 12770156"/>
              <a:gd name="connsiteY0" fmla="*/ 5902321 h 5902321"/>
              <a:gd name="connsiteX1" fmla="*/ 12770156 w 12770156"/>
              <a:gd name="connsiteY1" fmla="*/ 5902321 h 5902321"/>
              <a:gd name="connsiteX2" fmla="*/ 3372610 w 12770156"/>
              <a:gd name="connsiteY2" fmla="*/ 0 h 5902321"/>
              <a:gd name="connsiteX3" fmla="*/ 0 w 12770156"/>
              <a:gd name="connsiteY3" fmla="*/ 2118236 h 5902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70156" h="5902321">
                <a:moveTo>
                  <a:pt x="0" y="5902321"/>
                </a:moveTo>
                <a:lnTo>
                  <a:pt x="12770156" y="5902321"/>
                </a:lnTo>
                <a:lnTo>
                  <a:pt x="3372610" y="0"/>
                </a:lnTo>
                <a:lnTo>
                  <a:pt x="0" y="21182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14A276F4-6741-4331-A096-1D38D5D56942}"/>
              </a:ext>
            </a:extLst>
          </p:cNvPr>
          <p:cNvSpPr/>
          <p:nvPr userDrawn="1"/>
        </p:nvSpPr>
        <p:spPr>
          <a:xfrm flipH="1">
            <a:off x="-9294" y="5902322"/>
            <a:ext cx="6763811" cy="2327278"/>
          </a:xfrm>
          <a:custGeom>
            <a:avLst/>
            <a:gdLst>
              <a:gd name="connsiteX0" fmla="*/ 2610590 w 5221179"/>
              <a:gd name="connsiteY0" fmla="*/ 0 h 2124075"/>
              <a:gd name="connsiteX1" fmla="*/ 5221179 w 5221179"/>
              <a:gd name="connsiteY1" fmla="*/ 2124075 h 2124075"/>
              <a:gd name="connsiteX2" fmla="*/ 0 w 5221179"/>
              <a:gd name="connsiteY2" fmla="*/ 2124075 h 2124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21179" h="2124075">
                <a:moveTo>
                  <a:pt x="2610590" y="0"/>
                </a:moveTo>
                <a:lnTo>
                  <a:pt x="5221179" y="2124075"/>
                </a:lnTo>
                <a:lnTo>
                  <a:pt x="0" y="212407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/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3" name="Straight Connector 12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itle 1"/>
          <p:cNvSpPr>
            <a:spLocks noGrp="1"/>
          </p:cNvSpPr>
          <p:nvPr userDrawn="1">
            <p:ph type="ctrTitle"/>
          </p:nvPr>
        </p:nvSpPr>
        <p:spPr>
          <a:xfrm>
            <a:off x="1583032" y="1188297"/>
            <a:ext cx="5226887" cy="1956042"/>
          </a:xfrm>
        </p:spPr>
        <p:txBody>
          <a:bodyPr anchor="b" anchorCtr="0">
            <a:noAutofit/>
          </a:bodyPr>
          <a:lstStyle>
            <a:lvl1pPr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Subtitle 2"/>
          <p:cNvSpPr>
            <a:spLocks noGrp="1"/>
          </p:cNvSpPr>
          <p:nvPr userDrawn="1">
            <p:ph type="subTitle" idx="1"/>
          </p:nvPr>
        </p:nvSpPr>
        <p:spPr>
          <a:xfrm>
            <a:off x="1583032" y="3477078"/>
            <a:ext cx="4874461" cy="9144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7314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29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3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58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3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87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2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16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8" name="Graphic 47">
            <a:extLst>
              <a:ext uri="{FF2B5EF4-FFF2-40B4-BE49-F238E27FC236}">
                <a16:creationId xmlns:a16="http://schemas.microsoft.com/office/drawing/2014/main" id="{6B647888-CF39-41AB-8553-0C42A3CCDCB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78298" y="737811"/>
            <a:ext cx="2725284" cy="290696"/>
          </a:xfrm>
          <a:prstGeom prst="rect">
            <a:avLst/>
          </a:prstGeom>
        </p:spPr>
      </p:pic>
      <p:sp>
        <p:nvSpPr>
          <p:cNvPr id="47" name="Footer Placeholder 4">
            <a:extLst>
              <a:ext uri="{FF2B5EF4-FFF2-40B4-BE49-F238E27FC236}">
                <a16:creationId xmlns:a16="http://schemas.microsoft.com/office/drawing/2014/main" id="{1B53AC87-1F47-48AE-8A1F-ED2018739D00}"/>
              </a:ext>
            </a:extLst>
          </p:cNvPr>
          <p:cNvSpPr txBox="1">
            <a:spLocks/>
          </p:cNvSpPr>
          <p:nvPr userDrawn="1"/>
        </p:nvSpPr>
        <p:spPr>
          <a:xfrm>
            <a:off x="8943976" y="7580440"/>
            <a:ext cx="50292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100" dirty="0">
                <a:solidFill>
                  <a:schemeClr val="tx1"/>
                </a:solidFill>
              </a:rPr>
              <a:t>© 2020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022633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4_Title Slide 0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building, tower&#10;&#10;Description automatically generated">
            <a:extLst>
              <a:ext uri="{FF2B5EF4-FFF2-40B4-BE49-F238E27FC236}">
                <a16:creationId xmlns:a16="http://schemas.microsoft.com/office/drawing/2014/main" id="{89915317-8557-4050-9E13-6F507CE468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" t="1646" r="184"/>
          <a:stretch/>
        </p:blipFill>
        <p:spPr>
          <a:xfrm>
            <a:off x="2264100" y="0"/>
            <a:ext cx="12366301" cy="8229600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EADB6A7E-60AE-448E-9E4B-1085E5C43926}"/>
              </a:ext>
            </a:extLst>
          </p:cNvPr>
          <p:cNvSpPr/>
          <p:nvPr userDrawn="1"/>
        </p:nvSpPr>
        <p:spPr>
          <a:xfrm>
            <a:off x="1" y="933462"/>
            <a:ext cx="3371850" cy="729613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0CF99E66-933C-4F36-AC84-02691BE4535B}"/>
              </a:ext>
            </a:extLst>
          </p:cNvPr>
          <p:cNvSpPr/>
          <p:nvPr userDrawn="1"/>
        </p:nvSpPr>
        <p:spPr>
          <a:xfrm rot="10800000" flipH="1">
            <a:off x="1" y="2"/>
            <a:ext cx="12770156" cy="5902321"/>
          </a:xfrm>
          <a:custGeom>
            <a:avLst/>
            <a:gdLst>
              <a:gd name="connsiteX0" fmla="*/ 0 w 12770156"/>
              <a:gd name="connsiteY0" fmla="*/ 5902321 h 5902321"/>
              <a:gd name="connsiteX1" fmla="*/ 12770156 w 12770156"/>
              <a:gd name="connsiteY1" fmla="*/ 5902321 h 5902321"/>
              <a:gd name="connsiteX2" fmla="*/ 3372610 w 12770156"/>
              <a:gd name="connsiteY2" fmla="*/ 0 h 5902321"/>
              <a:gd name="connsiteX3" fmla="*/ 0 w 12770156"/>
              <a:gd name="connsiteY3" fmla="*/ 2118236 h 5902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70156" h="5902321">
                <a:moveTo>
                  <a:pt x="0" y="5902321"/>
                </a:moveTo>
                <a:lnTo>
                  <a:pt x="12770156" y="5902321"/>
                </a:lnTo>
                <a:lnTo>
                  <a:pt x="3372610" y="0"/>
                </a:lnTo>
                <a:lnTo>
                  <a:pt x="0" y="21182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14A276F4-6741-4331-A096-1D38D5D56942}"/>
              </a:ext>
            </a:extLst>
          </p:cNvPr>
          <p:cNvSpPr/>
          <p:nvPr userDrawn="1"/>
        </p:nvSpPr>
        <p:spPr>
          <a:xfrm flipH="1">
            <a:off x="-9294" y="5902322"/>
            <a:ext cx="6763811" cy="2327278"/>
          </a:xfrm>
          <a:custGeom>
            <a:avLst/>
            <a:gdLst>
              <a:gd name="connsiteX0" fmla="*/ 2610590 w 5221179"/>
              <a:gd name="connsiteY0" fmla="*/ 0 h 2124075"/>
              <a:gd name="connsiteX1" fmla="*/ 5221179 w 5221179"/>
              <a:gd name="connsiteY1" fmla="*/ 2124075 h 2124075"/>
              <a:gd name="connsiteX2" fmla="*/ 0 w 5221179"/>
              <a:gd name="connsiteY2" fmla="*/ 2124075 h 2124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21179" h="2124075">
                <a:moveTo>
                  <a:pt x="2610590" y="0"/>
                </a:moveTo>
                <a:lnTo>
                  <a:pt x="5221179" y="2124075"/>
                </a:lnTo>
                <a:lnTo>
                  <a:pt x="0" y="212407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/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3" name="Straight Connector 12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itle 1"/>
          <p:cNvSpPr>
            <a:spLocks noGrp="1"/>
          </p:cNvSpPr>
          <p:nvPr userDrawn="1">
            <p:ph type="ctrTitle"/>
          </p:nvPr>
        </p:nvSpPr>
        <p:spPr>
          <a:xfrm>
            <a:off x="1583032" y="1188297"/>
            <a:ext cx="5226887" cy="1956042"/>
          </a:xfrm>
        </p:spPr>
        <p:txBody>
          <a:bodyPr anchor="b" anchorCtr="0">
            <a:noAutofit/>
          </a:bodyPr>
          <a:lstStyle>
            <a:lvl1pPr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Subtitle 2"/>
          <p:cNvSpPr>
            <a:spLocks noGrp="1"/>
          </p:cNvSpPr>
          <p:nvPr userDrawn="1">
            <p:ph type="subTitle" idx="1"/>
          </p:nvPr>
        </p:nvSpPr>
        <p:spPr>
          <a:xfrm>
            <a:off x="1583032" y="3477078"/>
            <a:ext cx="4874461" cy="9144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7314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29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3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58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3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87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2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16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8" name="Graphic 47">
            <a:extLst>
              <a:ext uri="{FF2B5EF4-FFF2-40B4-BE49-F238E27FC236}">
                <a16:creationId xmlns:a16="http://schemas.microsoft.com/office/drawing/2014/main" id="{6B647888-CF39-41AB-8553-0C42A3CCDCB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78298" y="737811"/>
            <a:ext cx="2725284" cy="290696"/>
          </a:xfrm>
          <a:prstGeom prst="rect">
            <a:avLst/>
          </a:prstGeom>
        </p:spPr>
      </p:pic>
      <p:sp>
        <p:nvSpPr>
          <p:cNvPr id="47" name="Footer Placeholder 4">
            <a:extLst>
              <a:ext uri="{FF2B5EF4-FFF2-40B4-BE49-F238E27FC236}">
                <a16:creationId xmlns:a16="http://schemas.microsoft.com/office/drawing/2014/main" id="{1B53AC87-1F47-48AE-8A1F-ED2018739D00}"/>
              </a:ext>
            </a:extLst>
          </p:cNvPr>
          <p:cNvSpPr txBox="1">
            <a:spLocks/>
          </p:cNvSpPr>
          <p:nvPr userDrawn="1"/>
        </p:nvSpPr>
        <p:spPr>
          <a:xfrm>
            <a:off x="8943976" y="7580440"/>
            <a:ext cx="50292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100" dirty="0">
                <a:solidFill>
                  <a:schemeClr val="bg1"/>
                </a:solidFill>
              </a:rPr>
              <a:t>© 2020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55620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2_Title Slide 0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, water, sitting, small&#10;&#10;Description automatically generated">
            <a:extLst>
              <a:ext uri="{FF2B5EF4-FFF2-40B4-BE49-F238E27FC236}">
                <a16:creationId xmlns:a16="http://schemas.microsoft.com/office/drawing/2014/main" id="{81B6F2D8-4040-4992-8246-17A7FFB338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0731"/>
          <a:stretch/>
        </p:blipFill>
        <p:spPr>
          <a:xfrm flipH="1">
            <a:off x="3394546" y="0"/>
            <a:ext cx="11235856" cy="8229600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EADB6A7E-60AE-448E-9E4B-1085E5C43926}"/>
              </a:ext>
            </a:extLst>
          </p:cNvPr>
          <p:cNvSpPr/>
          <p:nvPr userDrawn="1"/>
        </p:nvSpPr>
        <p:spPr>
          <a:xfrm>
            <a:off x="1" y="933462"/>
            <a:ext cx="3371850" cy="729613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0CF99E66-933C-4F36-AC84-02691BE4535B}"/>
              </a:ext>
            </a:extLst>
          </p:cNvPr>
          <p:cNvSpPr/>
          <p:nvPr userDrawn="1"/>
        </p:nvSpPr>
        <p:spPr>
          <a:xfrm rot="10800000" flipH="1">
            <a:off x="1" y="2"/>
            <a:ext cx="12770156" cy="5902321"/>
          </a:xfrm>
          <a:custGeom>
            <a:avLst/>
            <a:gdLst>
              <a:gd name="connsiteX0" fmla="*/ 0 w 12770156"/>
              <a:gd name="connsiteY0" fmla="*/ 5902321 h 5902321"/>
              <a:gd name="connsiteX1" fmla="*/ 12770156 w 12770156"/>
              <a:gd name="connsiteY1" fmla="*/ 5902321 h 5902321"/>
              <a:gd name="connsiteX2" fmla="*/ 3372610 w 12770156"/>
              <a:gd name="connsiteY2" fmla="*/ 0 h 5902321"/>
              <a:gd name="connsiteX3" fmla="*/ 0 w 12770156"/>
              <a:gd name="connsiteY3" fmla="*/ 2118236 h 5902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70156" h="5902321">
                <a:moveTo>
                  <a:pt x="0" y="5902321"/>
                </a:moveTo>
                <a:lnTo>
                  <a:pt x="12770156" y="5902321"/>
                </a:lnTo>
                <a:lnTo>
                  <a:pt x="3372610" y="0"/>
                </a:lnTo>
                <a:lnTo>
                  <a:pt x="0" y="21182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14A276F4-6741-4331-A096-1D38D5D56942}"/>
              </a:ext>
            </a:extLst>
          </p:cNvPr>
          <p:cNvSpPr/>
          <p:nvPr userDrawn="1"/>
        </p:nvSpPr>
        <p:spPr>
          <a:xfrm flipH="1">
            <a:off x="-9294" y="5902322"/>
            <a:ext cx="6763811" cy="2327278"/>
          </a:xfrm>
          <a:custGeom>
            <a:avLst/>
            <a:gdLst>
              <a:gd name="connsiteX0" fmla="*/ 2610590 w 5221179"/>
              <a:gd name="connsiteY0" fmla="*/ 0 h 2124075"/>
              <a:gd name="connsiteX1" fmla="*/ 5221179 w 5221179"/>
              <a:gd name="connsiteY1" fmla="*/ 2124075 h 2124075"/>
              <a:gd name="connsiteX2" fmla="*/ 0 w 5221179"/>
              <a:gd name="connsiteY2" fmla="*/ 2124075 h 2124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21179" h="2124075">
                <a:moveTo>
                  <a:pt x="2610590" y="0"/>
                </a:moveTo>
                <a:lnTo>
                  <a:pt x="5221179" y="2124075"/>
                </a:lnTo>
                <a:lnTo>
                  <a:pt x="0" y="212407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/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3" name="Straight Connector 12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itle 1"/>
          <p:cNvSpPr>
            <a:spLocks noGrp="1"/>
          </p:cNvSpPr>
          <p:nvPr userDrawn="1">
            <p:ph type="ctrTitle"/>
          </p:nvPr>
        </p:nvSpPr>
        <p:spPr>
          <a:xfrm>
            <a:off x="1583032" y="1188297"/>
            <a:ext cx="5226887" cy="1956042"/>
          </a:xfrm>
        </p:spPr>
        <p:txBody>
          <a:bodyPr anchor="b" anchorCtr="0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Subtitle 2"/>
          <p:cNvSpPr>
            <a:spLocks noGrp="1"/>
          </p:cNvSpPr>
          <p:nvPr userDrawn="1">
            <p:ph type="subTitle" idx="1"/>
          </p:nvPr>
        </p:nvSpPr>
        <p:spPr>
          <a:xfrm>
            <a:off x="1583032" y="3477078"/>
            <a:ext cx="4874461" cy="9144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7314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29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3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58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3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87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2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16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8" name="Graphic 47">
            <a:extLst>
              <a:ext uri="{FF2B5EF4-FFF2-40B4-BE49-F238E27FC236}">
                <a16:creationId xmlns:a16="http://schemas.microsoft.com/office/drawing/2014/main" id="{6B647888-CF39-41AB-8553-0C42A3CCDCB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78298" y="737811"/>
            <a:ext cx="2725284" cy="290696"/>
          </a:xfrm>
          <a:prstGeom prst="rect">
            <a:avLst/>
          </a:prstGeom>
        </p:spPr>
      </p:pic>
      <p:sp>
        <p:nvSpPr>
          <p:cNvPr id="47" name="Footer Placeholder 4">
            <a:extLst>
              <a:ext uri="{FF2B5EF4-FFF2-40B4-BE49-F238E27FC236}">
                <a16:creationId xmlns:a16="http://schemas.microsoft.com/office/drawing/2014/main" id="{1B53AC87-1F47-48AE-8A1F-ED2018739D00}"/>
              </a:ext>
            </a:extLst>
          </p:cNvPr>
          <p:cNvSpPr txBox="1">
            <a:spLocks/>
          </p:cNvSpPr>
          <p:nvPr userDrawn="1"/>
        </p:nvSpPr>
        <p:spPr>
          <a:xfrm>
            <a:off x="8943976" y="7580440"/>
            <a:ext cx="50292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100" dirty="0">
                <a:solidFill>
                  <a:schemeClr val="bg1"/>
                </a:solidFill>
              </a:rPr>
              <a:t>© 2020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82838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0_Title Slide 0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ircuit board&#10;&#10;Description automatically generated">
            <a:extLst>
              <a:ext uri="{FF2B5EF4-FFF2-40B4-BE49-F238E27FC236}">
                <a16:creationId xmlns:a16="http://schemas.microsoft.com/office/drawing/2014/main" id="{C1415A2D-1482-4795-82BF-14FDBDED4DD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3905" b="7108"/>
          <a:stretch/>
        </p:blipFill>
        <p:spPr>
          <a:xfrm>
            <a:off x="1853709" y="-1"/>
            <a:ext cx="12776692" cy="8229601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EADB6A7E-60AE-448E-9E4B-1085E5C43926}"/>
              </a:ext>
            </a:extLst>
          </p:cNvPr>
          <p:cNvSpPr/>
          <p:nvPr userDrawn="1"/>
        </p:nvSpPr>
        <p:spPr>
          <a:xfrm>
            <a:off x="1" y="933462"/>
            <a:ext cx="3371850" cy="729613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0CF99E66-933C-4F36-AC84-02691BE4535B}"/>
              </a:ext>
            </a:extLst>
          </p:cNvPr>
          <p:cNvSpPr/>
          <p:nvPr userDrawn="1"/>
        </p:nvSpPr>
        <p:spPr>
          <a:xfrm rot="10800000" flipH="1">
            <a:off x="1" y="2"/>
            <a:ext cx="12770156" cy="5902321"/>
          </a:xfrm>
          <a:custGeom>
            <a:avLst/>
            <a:gdLst>
              <a:gd name="connsiteX0" fmla="*/ 0 w 12770156"/>
              <a:gd name="connsiteY0" fmla="*/ 5902321 h 5902321"/>
              <a:gd name="connsiteX1" fmla="*/ 12770156 w 12770156"/>
              <a:gd name="connsiteY1" fmla="*/ 5902321 h 5902321"/>
              <a:gd name="connsiteX2" fmla="*/ 3372610 w 12770156"/>
              <a:gd name="connsiteY2" fmla="*/ 0 h 5902321"/>
              <a:gd name="connsiteX3" fmla="*/ 0 w 12770156"/>
              <a:gd name="connsiteY3" fmla="*/ 2118236 h 5902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70156" h="5902321">
                <a:moveTo>
                  <a:pt x="0" y="5902321"/>
                </a:moveTo>
                <a:lnTo>
                  <a:pt x="12770156" y="5902321"/>
                </a:lnTo>
                <a:lnTo>
                  <a:pt x="3372610" y="0"/>
                </a:lnTo>
                <a:lnTo>
                  <a:pt x="0" y="21182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14A276F4-6741-4331-A096-1D38D5D56942}"/>
              </a:ext>
            </a:extLst>
          </p:cNvPr>
          <p:cNvSpPr/>
          <p:nvPr userDrawn="1"/>
        </p:nvSpPr>
        <p:spPr>
          <a:xfrm flipH="1">
            <a:off x="-9294" y="5902322"/>
            <a:ext cx="6763811" cy="2327278"/>
          </a:xfrm>
          <a:custGeom>
            <a:avLst/>
            <a:gdLst>
              <a:gd name="connsiteX0" fmla="*/ 2610590 w 5221179"/>
              <a:gd name="connsiteY0" fmla="*/ 0 h 2124075"/>
              <a:gd name="connsiteX1" fmla="*/ 5221179 w 5221179"/>
              <a:gd name="connsiteY1" fmla="*/ 2124075 h 2124075"/>
              <a:gd name="connsiteX2" fmla="*/ 0 w 5221179"/>
              <a:gd name="connsiteY2" fmla="*/ 2124075 h 2124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21179" h="2124075">
                <a:moveTo>
                  <a:pt x="2610590" y="0"/>
                </a:moveTo>
                <a:lnTo>
                  <a:pt x="5221179" y="2124075"/>
                </a:lnTo>
                <a:lnTo>
                  <a:pt x="0" y="212407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/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3" name="Straight Connector 12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itle 1"/>
          <p:cNvSpPr>
            <a:spLocks noGrp="1"/>
          </p:cNvSpPr>
          <p:nvPr userDrawn="1">
            <p:ph type="ctrTitle"/>
          </p:nvPr>
        </p:nvSpPr>
        <p:spPr>
          <a:xfrm>
            <a:off x="1583032" y="1188297"/>
            <a:ext cx="5226887" cy="1956042"/>
          </a:xfrm>
        </p:spPr>
        <p:txBody>
          <a:bodyPr anchor="b" anchorCtr="0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Subtitle 2"/>
          <p:cNvSpPr>
            <a:spLocks noGrp="1"/>
          </p:cNvSpPr>
          <p:nvPr userDrawn="1">
            <p:ph type="subTitle" idx="1"/>
          </p:nvPr>
        </p:nvSpPr>
        <p:spPr>
          <a:xfrm>
            <a:off x="1583032" y="3477078"/>
            <a:ext cx="4874461" cy="9144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7314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29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3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58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3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87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2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16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8" name="Graphic 47">
            <a:extLst>
              <a:ext uri="{FF2B5EF4-FFF2-40B4-BE49-F238E27FC236}">
                <a16:creationId xmlns:a16="http://schemas.microsoft.com/office/drawing/2014/main" id="{6B647888-CF39-41AB-8553-0C42A3CCDCB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78298" y="737811"/>
            <a:ext cx="2725284" cy="290696"/>
          </a:xfrm>
          <a:prstGeom prst="rect">
            <a:avLst/>
          </a:prstGeom>
        </p:spPr>
      </p:pic>
      <p:sp>
        <p:nvSpPr>
          <p:cNvPr id="47" name="Footer Placeholder 4">
            <a:extLst>
              <a:ext uri="{FF2B5EF4-FFF2-40B4-BE49-F238E27FC236}">
                <a16:creationId xmlns:a16="http://schemas.microsoft.com/office/drawing/2014/main" id="{1B53AC87-1F47-48AE-8A1F-ED2018739D00}"/>
              </a:ext>
            </a:extLst>
          </p:cNvPr>
          <p:cNvSpPr txBox="1">
            <a:spLocks/>
          </p:cNvSpPr>
          <p:nvPr userDrawn="1"/>
        </p:nvSpPr>
        <p:spPr>
          <a:xfrm>
            <a:off x="8943976" y="7580440"/>
            <a:ext cx="50292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100" dirty="0">
                <a:solidFill>
                  <a:schemeClr val="bg1"/>
                </a:solidFill>
              </a:rPr>
              <a:t>© 2020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662488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1_Title Slide 0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computer&#10;&#10;Description automatically generated">
            <a:extLst>
              <a:ext uri="{FF2B5EF4-FFF2-40B4-BE49-F238E27FC236}">
                <a16:creationId xmlns:a16="http://schemas.microsoft.com/office/drawing/2014/main" id="{8AED7CB0-927B-4031-96D0-B2EE1C15F9C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11752"/>
          <a:stretch/>
        </p:blipFill>
        <p:spPr>
          <a:xfrm>
            <a:off x="3387090" y="1"/>
            <a:ext cx="11243308" cy="8229595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EADB6A7E-60AE-448E-9E4B-1085E5C43926}"/>
              </a:ext>
            </a:extLst>
          </p:cNvPr>
          <p:cNvSpPr/>
          <p:nvPr userDrawn="1"/>
        </p:nvSpPr>
        <p:spPr>
          <a:xfrm>
            <a:off x="1" y="933462"/>
            <a:ext cx="3371850" cy="729613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0CF99E66-933C-4F36-AC84-02691BE4535B}"/>
              </a:ext>
            </a:extLst>
          </p:cNvPr>
          <p:cNvSpPr/>
          <p:nvPr userDrawn="1"/>
        </p:nvSpPr>
        <p:spPr>
          <a:xfrm rot="10800000" flipH="1">
            <a:off x="1" y="2"/>
            <a:ext cx="12770156" cy="5902321"/>
          </a:xfrm>
          <a:custGeom>
            <a:avLst/>
            <a:gdLst>
              <a:gd name="connsiteX0" fmla="*/ 0 w 12770156"/>
              <a:gd name="connsiteY0" fmla="*/ 5902321 h 5902321"/>
              <a:gd name="connsiteX1" fmla="*/ 12770156 w 12770156"/>
              <a:gd name="connsiteY1" fmla="*/ 5902321 h 5902321"/>
              <a:gd name="connsiteX2" fmla="*/ 3372610 w 12770156"/>
              <a:gd name="connsiteY2" fmla="*/ 0 h 5902321"/>
              <a:gd name="connsiteX3" fmla="*/ 0 w 12770156"/>
              <a:gd name="connsiteY3" fmla="*/ 2118236 h 5902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70156" h="5902321">
                <a:moveTo>
                  <a:pt x="0" y="5902321"/>
                </a:moveTo>
                <a:lnTo>
                  <a:pt x="12770156" y="5902321"/>
                </a:lnTo>
                <a:lnTo>
                  <a:pt x="3372610" y="0"/>
                </a:lnTo>
                <a:lnTo>
                  <a:pt x="0" y="21182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14A276F4-6741-4331-A096-1D38D5D56942}"/>
              </a:ext>
            </a:extLst>
          </p:cNvPr>
          <p:cNvSpPr/>
          <p:nvPr userDrawn="1"/>
        </p:nvSpPr>
        <p:spPr>
          <a:xfrm flipH="1">
            <a:off x="-9294" y="5902322"/>
            <a:ext cx="6763811" cy="2327278"/>
          </a:xfrm>
          <a:custGeom>
            <a:avLst/>
            <a:gdLst>
              <a:gd name="connsiteX0" fmla="*/ 2610590 w 5221179"/>
              <a:gd name="connsiteY0" fmla="*/ 0 h 2124075"/>
              <a:gd name="connsiteX1" fmla="*/ 5221179 w 5221179"/>
              <a:gd name="connsiteY1" fmla="*/ 2124075 h 2124075"/>
              <a:gd name="connsiteX2" fmla="*/ 0 w 5221179"/>
              <a:gd name="connsiteY2" fmla="*/ 2124075 h 2124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21179" h="2124075">
                <a:moveTo>
                  <a:pt x="2610590" y="0"/>
                </a:moveTo>
                <a:lnTo>
                  <a:pt x="5221179" y="2124075"/>
                </a:lnTo>
                <a:lnTo>
                  <a:pt x="0" y="212407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/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3" name="Straight Connector 12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itle 1"/>
          <p:cNvSpPr>
            <a:spLocks noGrp="1"/>
          </p:cNvSpPr>
          <p:nvPr userDrawn="1">
            <p:ph type="ctrTitle"/>
          </p:nvPr>
        </p:nvSpPr>
        <p:spPr>
          <a:xfrm>
            <a:off x="1583032" y="1188297"/>
            <a:ext cx="5226887" cy="1956042"/>
          </a:xfrm>
        </p:spPr>
        <p:txBody>
          <a:bodyPr anchor="b" anchorCtr="0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Subtitle 2"/>
          <p:cNvSpPr>
            <a:spLocks noGrp="1"/>
          </p:cNvSpPr>
          <p:nvPr userDrawn="1">
            <p:ph type="subTitle" idx="1"/>
          </p:nvPr>
        </p:nvSpPr>
        <p:spPr>
          <a:xfrm>
            <a:off x="1583032" y="3477078"/>
            <a:ext cx="4874461" cy="9144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7314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29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3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58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3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87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2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16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8" name="Graphic 47">
            <a:extLst>
              <a:ext uri="{FF2B5EF4-FFF2-40B4-BE49-F238E27FC236}">
                <a16:creationId xmlns:a16="http://schemas.microsoft.com/office/drawing/2014/main" id="{6B647888-CF39-41AB-8553-0C42A3CCDCB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78298" y="737811"/>
            <a:ext cx="2725284" cy="290696"/>
          </a:xfrm>
          <a:prstGeom prst="rect">
            <a:avLst/>
          </a:prstGeom>
        </p:spPr>
      </p:pic>
      <p:sp>
        <p:nvSpPr>
          <p:cNvPr id="47" name="Footer Placeholder 4">
            <a:extLst>
              <a:ext uri="{FF2B5EF4-FFF2-40B4-BE49-F238E27FC236}">
                <a16:creationId xmlns:a16="http://schemas.microsoft.com/office/drawing/2014/main" id="{1B53AC87-1F47-48AE-8A1F-ED2018739D00}"/>
              </a:ext>
            </a:extLst>
          </p:cNvPr>
          <p:cNvSpPr txBox="1">
            <a:spLocks/>
          </p:cNvSpPr>
          <p:nvPr userDrawn="1"/>
        </p:nvSpPr>
        <p:spPr>
          <a:xfrm>
            <a:off x="8943976" y="7580440"/>
            <a:ext cx="50292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100" dirty="0">
                <a:solidFill>
                  <a:schemeClr val="tx1"/>
                </a:solidFill>
              </a:rPr>
              <a:t>© 2020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825083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0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0" name="Straight Connector 9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itle 1"/>
          <p:cNvSpPr>
            <a:spLocks noGrp="1"/>
          </p:cNvSpPr>
          <p:nvPr>
            <p:ph type="ctrTitle"/>
          </p:nvPr>
        </p:nvSpPr>
        <p:spPr>
          <a:xfrm>
            <a:off x="685800" y="639763"/>
            <a:ext cx="10058400" cy="3429000"/>
          </a:xfrm>
        </p:spPr>
        <p:txBody>
          <a:bodyPr anchor="b" anchorCtr="0">
            <a:noAutofit/>
          </a:bodyPr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685800" y="4389120"/>
            <a:ext cx="10058400" cy="9144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7314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29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4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59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89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19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Freeform 9"/>
          <p:cNvSpPr>
            <a:spLocks noChangeAspect="1"/>
          </p:cNvSpPr>
          <p:nvPr userDrawn="1"/>
        </p:nvSpPr>
        <p:spPr bwMode="black">
          <a:xfrm>
            <a:off x="362839" y="-3"/>
            <a:ext cx="730237" cy="639766"/>
          </a:xfrm>
          <a:custGeom>
            <a:avLst/>
            <a:gdLst>
              <a:gd name="T0" fmla="*/ 0 w 370"/>
              <a:gd name="T1" fmla="*/ 0 h 321"/>
              <a:gd name="T2" fmla="*/ 0 w 370"/>
              <a:gd name="T3" fmla="*/ 0 h 321"/>
              <a:gd name="T4" fmla="*/ 184 w 370"/>
              <a:gd name="T5" fmla="*/ 321 h 321"/>
              <a:gd name="T6" fmla="*/ 370 w 370"/>
              <a:gd name="T7" fmla="*/ 0 h 321"/>
              <a:gd name="T8" fmla="*/ 0 w 370"/>
              <a:gd name="T9" fmla="*/ 0 h 3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0" h="321">
                <a:moveTo>
                  <a:pt x="0" y="0"/>
                </a:moveTo>
                <a:lnTo>
                  <a:pt x="0" y="0"/>
                </a:lnTo>
                <a:lnTo>
                  <a:pt x="184" y="321"/>
                </a:lnTo>
                <a:lnTo>
                  <a:pt x="37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46304" tIns="73152" rIns="146304" bIns="73152" numCol="1" anchor="t" anchorCtr="0" compatLnSpc="1">
            <a:prstTxWarp prst="textNoShape">
              <a:avLst/>
            </a:prstTxWarp>
          </a:bodyPr>
          <a:lstStyle/>
          <a:p>
            <a:endParaRPr lang="en-US" sz="4608"/>
          </a:p>
        </p:txBody>
      </p:sp>
      <p:sp>
        <p:nvSpPr>
          <p:cNvPr id="17" name="Footer Placeholder 4"/>
          <p:cNvSpPr txBox="1">
            <a:spLocks/>
          </p:cNvSpPr>
          <p:nvPr userDrawn="1"/>
        </p:nvSpPr>
        <p:spPr>
          <a:xfrm>
            <a:off x="4800600" y="7580440"/>
            <a:ext cx="50292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</a:rPr>
              <a:t>© 2020 DXC Technology Company. All rights reserved.</a:t>
            </a:r>
          </a:p>
        </p:txBody>
      </p:sp>
      <p:sp>
        <p:nvSpPr>
          <p:cNvPr id="18" name="Text Box 115"/>
          <p:cNvSpPr txBox="1">
            <a:spLocks noChangeArrowheads="1"/>
          </p:cNvSpPr>
          <p:nvPr userDrawn="1"/>
        </p:nvSpPr>
        <p:spPr bwMode="auto">
          <a:xfrm>
            <a:off x="11887200" y="7580440"/>
            <a:ext cx="205740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18288" anchor="ctr" anchorCtr="0">
            <a:noAutofit/>
          </a:bodyPr>
          <a:lstStyle/>
          <a:p>
            <a:pPr algn="r" defTabSz="820705">
              <a:spcBef>
                <a:spcPts val="0"/>
              </a:spcBef>
            </a:pPr>
            <a:fld id="{03C7D0F0-10D5-4191-B6F4-99306F468FEF}" type="datetime4">
              <a:rPr lang="en-US" sz="1400" b="0" smtClean="0">
                <a:solidFill>
                  <a:schemeClr val="tx1"/>
                </a:solidFill>
              </a:rPr>
              <a:pPr algn="r" defTabSz="820705">
                <a:spcBef>
                  <a:spcPts val="0"/>
                </a:spcBef>
              </a:pPr>
              <a:t>September 14, 2021</a:t>
            </a:fld>
            <a:endParaRPr lang="en-US" sz="1400" b="0" dirty="0">
              <a:solidFill>
                <a:schemeClr val="tx1"/>
              </a:solidFill>
            </a:endParaRPr>
          </a:p>
        </p:txBody>
      </p:sp>
      <p:pic>
        <p:nvPicPr>
          <p:cNvPr id="42" name="Graphic 41">
            <a:extLst>
              <a:ext uri="{FF2B5EF4-FFF2-40B4-BE49-F238E27FC236}">
                <a16:creationId xmlns:a16="http://schemas.microsoft.com/office/drawing/2014/main" id="{BA411A2D-CDE7-4FB1-8B5C-6797B3EA3A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299" y="7585203"/>
            <a:ext cx="2351950" cy="250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500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057399"/>
            <a:ext cx="13258800" cy="5121276"/>
          </a:xfrm>
        </p:spPr>
        <p:txBody>
          <a:bodyPr numCol="2" spcCol="457200">
            <a:normAutofit/>
          </a:bodyPr>
          <a:lstStyle>
            <a:lvl1pPr marL="457182" indent="-457182">
              <a:spcBef>
                <a:spcPts val="900"/>
              </a:spcBef>
              <a:buFont typeface="+mj-lt"/>
              <a:buAutoNum type="arabicPeriod"/>
              <a:tabLst>
                <a:tab pos="6337046" algn="r"/>
              </a:tabLst>
              <a:defRPr sz="2000"/>
            </a:lvl1pPr>
            <a:lvl2pPr marL="685772" indent="-228590">
              <a:spcBef>
                <a:spcPts val="600"/>
              </a:spcBef>
              <a:buFont typeface="Arial" pitchFamily="34" charset="0"/>
              <a:buChar char="–"/>
              <a:tabLst>
                <a:tab pos="6337046" algn="r"/>
              </a:tabLst>
              <a:defRPr sz="2000"/>
            </a:lvl2pPr>
            <a:lvl3pPr marL="914364" indent="-228590">
              <a:spcBef>
                <a:spcPts val="600"/>
              </a:spcBef>
              <a:buFont typeface="Arial" pitchFamily="34" charset="0"/>
              <a:buChar char="–"/>
              <a:tabLst>
                <a:tab pos="6337046" algn="r"/>
              </a:tabLst>
              <a:defRPr sz="2000"/>
            </a:lvl3pPr>
            <a:lvl4pPr marL="1142954" indent="-228590">
              <a:spcBef>
                <a:spcPts val="600"/>
              </a:spcBef>
              <a:buFont typeface="Arial" pitchFamily="34" charset="0"/>
              <a:buChar char="–"/>
              <a:tabLst>
                <a:tab pos="6337046" algn="r"/>
              </a:tabLst>
              <a:defRPr sz="2000"/>
            </a:lvl4pPr>
            <a:lvl5pPr marL="1371545" indent="-228590">
              <a:spcBef>
                <a:spcPts val="600"/>
              </a:spcBef>
              <a:buFont typeface="Arial" pitchFamily="34" charset="0"/>
              <a:buChar char="–"/>
              <a:tabLst>
                <a:tab pos="6337046" algn="r"/>
              </a:tabLst>
              <a:defRPr sz="2000"/>
            </a:lvl5pPr>
            <a:lvl6pPr marL="1600136" indent="-228590">
              <a:spcBef>
                <a:spcPts val="600"/>
              </a:spcBef>
              <a:buFont typeface="Arial" pitchFamily="34" charset="0"/>
              <a:buChar char="–"/>
              <a:tabLst>
                <a:tab pos="6337046" algn="r"/>
              </a:tabLst>
              <a:defRPr sz="2000" baseline="0"/>
            </a:lvl6pPr>
            <a:lvl7pPr marL="1828727" indent="-228590">
              <a:spcBef>
                <a:spcPts val="600"/>
              </a:spcBef>
              <a:buFont typeface="Arial" pitchFamily="34" charset="0"/>
              <a:buChar char="–"/>
              <a:tabLst>
                <a:tab pos="6337046" algn="r"/>
              </a:tabLst>
              <a:defRPr sz="2000" baseline="0"/>
            </a:lvl7pPr>
            <a:lvl8pPr marL="2057317" indent="-228590">
              <a:spcBef>
                <a:spcPts val="600"/>
              </a:spcBef>
              <a:buFont typeface="Arial" pitchFamily="34" charset="0"/>
              <a:buChar char="–"/>
              <a:tabLst>
                <a:tab pos="6337046" algn="r"/>
              </a:tabLst>
              <a:defRPr sz="2000" baseline="0"/>
            </a:lvl8pPr>
            <a:lvl9pPr marL="2285909" indent="-228590">
              <a:spcBef>
                <a:spcPts val="600"/>
              </a:spcBef>
              <a:buFont typeface="Arial" pitchFamily="34" charset="0"/>
              <a:buChar char="–"/>
              <a:tabLst>
                <a:tab pos="6337046" algn="r"/>
              </a:tabLst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339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4pPr marL="457182" indent="-228590">
              <a:buFont typeface="Arial" pitchFamily="34" charset="0"/>
              <a:buChar char="–"/>
              <a:defRPr/>
            </a:lvl4pPr>
            <a:lvl5pPr marL="685772" indent="-228590">
              <a:buFont typeface="Arial" pitchFamily="34" charset="0"/>
              <a:buChar char="–"/>
              <a:defRPr/>
            </a:lvl5pPr>
            <a:lvl6pPr marL="914364" indent="-228590">
              <a:buFont typeface="Arial" pitchFamily="34" charset="0"/>
              <a:buChar char="–"/>
              <a:defRPr baseline="0"/>
            </a:lvl6pPr>
            <a:lvl7pPr marL="1142954" indent="-228590">
              <a:buFont typeface="Arial" pitchFamily="34" charset="0"/>
              <a:buChar char="–"/>
              <a:defRPr baseline="0"/>
            </a:lvl7pPr>
            <a:lvl8pPr marL="1371545" indent="-228590">
              <a:buFont typeface="Arial" pitchFamily="34" charset="0"/>
              <a:buChar char="–"/>
              <a:defRPr baseline="0"/>
            </a:lvl8pPr>
            <a:lvl9pPr marL="1600136" indent="-228590">
              <a:buFont typeface="Arial" pitchFamily="34" charset="0"/>
              <a:buChar char="–"/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1690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590" indent="-228590">
              <a:buFont typeface="Arial" pitchFamily="34" charset="0"/>
              <a:buChar char="•"/>
              <a:defRPr b="0"/>
            </a:lvl1pPr>
            <a:lvl2pPr marL="457182" indent="-228590">
              <a:spcBef>
                <a:spcPts val="600"/>
              </a:spcBef>
              <a:buFont typeface="Arial" pitchFamily="34" charset="0"/>
              <a:buChar char="–"/>
              <a:defRPr b="0"/>
            </a:lvl2pPr>
            <a:lvl3pPr marL="685772" indent="-228590">
              <a:spcBef>
                <a:spcPts val="600"/>
              </a:spcBef>
              <a:buFont typeface="Arial" pitchFamily="34" charset="0"/>
              <a:buChar char="–"/>
              <a:defRPr b="0"/>
            </a:lvl3pPr>
            <a:lvl4pPr marL="914364" indent="-228590">
              <a:spcBef>
                <a:spcPts val="600"/>
              </a:spcBef>
              <a:buFont typeface="Arial" pitchFamily="34" charset="0"/>
              <a:buChar char="–"/>
              <a:defRPr b="0"/>
            </a:lvl4pPr>
            <a:lvl5pPr marL="1142954" indent="-228590">
              <a:spcBef>
                <a:spcPts val="600"/>
              </a:spcBef>
              <a:buFont typeface="Arial" pitchFamily="34" charset="0"/>
              <a:buChar char="–"/>
              <a:defRPr b="0"/>
            </a:lvl5pPr>
            <a:lvl6pPr marL="1371545" indent="-228590">
              <a:spcBef>
                <a:spcPts val="600"/>
              </a:spcBef>
              <a:buFont typeface="Arial" pitchFamily="34" charset="0"/>
              <a:buChar char="–"/>
              <a:defRPr baseline="0"/>
            </a:lvl6pPr>
            <a:lvl7pPr marL="1600136" indent="-228590">
              <a:spcBef>
                <a:spcPts val="600"/>
              </a:spcBef>
              <a:buFont typeface="Arial" pitchFamily="34" charset="0"/>
              <a:buChar char="–"/>
              <a:defRPr baseline="0"/>
            </a:lvl7pPr>
            <a:lvl8pPr marL="1828727" indent="-228590">
              <a:spcBef>
                <a:spcPts val="600"/>
              </a:spcBef>
              <a:buFont typeface="Arial" pitchFamily="34" charset="0"/>
              <a:buChar char="–"/>
              <a:defRPr baseline="0"/>
            </a:lvl8pPr>
            <a:lvl9pPr marL="2057317" indent="-228590">
              <a:spcBef>
                <a:spcPts val="600"/>
              </a:spcBef>
              <a:buFont typeface="Arial" pitchFamily="34" charset="0"/>
              <a:buChar char="–"/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3098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01244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057399"/>
            <a:ext cx="6400800" cy="5121276"/>
          </a:xfrm>
          <a:noFill/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 marL="457182" indent="-228590">
              <a:buFont typeface="Arial" pitchFamily="34" charset="0"/>
              <a:buChar char="–"/>
              <a:defRPr sz="2000"/>
            </a:lvl4pPr>
            <a:lvl5pPr marL="685772" indent="-228590">
              <a:buFont typeface="Arial" pitchFamily="34" charset="0"/>
              <a:buChar char="–"/>
              <a:defRPr sz="2000"/>
            </a:lvl5pPr>
            <a:lvl6pPr marL="914364" indent="-228590">
              <a:buFont typeface="Arial" pitchFamily="34" charset="0"/>
              <a:buChar char="–"/>
              <a:defRPr sz="2000" baseline="0"/>
            </a:lvl6pPr>
            <a:lvl7pPr marL="1142954" indent="-228590">
              <a:buFont typeface="Arial" pitchFamily="34" charset="0"/>
              <a:buChar char="–"/>
              <a:defRPr sz="2000" baseline="0"/>
            </a:lvl7pPr>
            <a:lvl8pPr marL="1371545" indent="-228590">
              <a:buFont typeface="Arial" pitchFamily="34" charset="0"/>
              <a:buChar char="–"/>
              <a:defRPr sz="2000" baseline="0"/>
            </a:lvl8pPr>
            <a:lvl9pPr marL="1600136" indent="-228590">
              <a:buFont typeface="Arial" pitchFamily="34" charset="0"/>
              <a:buChar char="–"/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800" y="2057399"/>
            <a:ext cx="6400800" cy="512127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8545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057399"/>
            <a:ext cx="4114800" cy="51212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57800" y="2057399"/>
            <a:ext cx="4114800" cy="51212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half" idx="13"/>
          </p:nvPr>
        </p:nvSpPr>
        <p:spPr>
          <a:xfrm>
            <a:off x="9829800" y="2057399"/>
            <a:ext cx="4114800" cy="51212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39071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4" name="Straight Connector 13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7315200" y="0"/>
            <a:ext cx="7315200" cy="8229600"/>
          </a:xfrm>
          <a:solidFill>
            <a:schemeClr val="bg1">
              <a:lumMod val="85000"/>
            </a:schemeClr>
          </a:solidFill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5800" y="639764"/>
            <a:ext cx="6400800" cy="141763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Freeform 9"/>
          <p:cNvSpPr>
            <a:spLocks noChangeAspect="1"/>
          </p:cNvSpPr>
          <p:nvPr userDrawn="1"/>
        </p:nvSpPr>
        <p:spPr bwMode="black">
          <a:xfrm>
            <a:off x="448311" y="0"/>
            <a:ext cx="562442" cy="492758"/>
          </a:xfrm>
          <a:custGeom>
            <a:avLst/>
            <a:gdLst>
              <a:gd name="T0" fmla="*/ 0 w 370"/>
              <a:gd name="T1" fmla="*/ 0 h 321"/>
              <a:gd name="T2" fmla="*/ 0 w 370"/>
              <a:gd name="T3" fmla="*/ 0 h 321"/>
              <a:gd name="T4" fmla="*/ 184 w 370"/>
              <a:gd name="T5" fmla="*/ 321 h 321"/>
              <a:gd name="T6" fmla="*/ 370 w 370"/>
              <a:gd name="T7" fmla="*/ 0 h 321"/>
              <a:gd name="T8" fmla="*/ 0 w 370"/>
              <a:gd name="T9" fmla="*/ 0 h 3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0" h="321">
                <a:moveTo>
                  <a:pt x="0" y="0"/>
                </a:moveTo>
                <a:lnTo>
                  <a:pt x="0" y="0"/>
                </a:lnTo>
                <a:lnTo>
                  <a:pt x="184" y="321"/>
                </a:lnTo>
                <a:lnTo>
                  <a:pt x="37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46304" tIns="73152" rIns="146304" bIns="73152" numCol="1" anchor="t" anchorCtr="0" compatLnSpc="1">
            <a:prstTxWarp prst="textNoShape">
              <a:avLst/>
            </a:prstTxWarp>
          </a:bodyPr>
          <a:lstStyle/>
          <a:p>
            <a:endParaRPr lang="en-US" sz="4608"/>
          </a:p>
        </p:txBody>
      </p:sp>
      <p:sp>
        <p:nvSpPr>
          <p:cNvPr id="10" name="Text Box 115"/>
          <p:cNvSpPr txBox="1">
            <a:spLocks noChangeArrowheads="1"/>
          </p:cNvSpPr>
          <p:nvPr userDrawn="1"/>
        </p:nvSpPr>
        <p:spPr bwMode="auto">
          <a:xfrm>
            <a:off x="11893550" y="7580437"/>
            <a:ext cx="163957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Autofit/>
          </a:bodyPr>
          <a:lstStyle/>
          <a:p>
            <a:pPr algn="r" defTabSz="820705">
              <a:spcBef>
                <a:spcPct val="50000"/>
              </a:spcBef>
            </a:pPr>
            <a:fld id="{03C7D0F0-10D5-4191-B6F4-99306F468FEF}" type="datetime4">
              <a:rPr lang="en-US" sz="1100" b="0" smtClean="0">
                <a:solidFill>
                  <a:schemeClr val="tx1"/>
                </a:solidFill>
              </a:rPr>
              <a:pPr algn="r" defTabSz="820705">
                <a:spcBef>
                  <a:spcPct val="50000"/>
                </a:spcBef>
              </a:pPr>
              <a:t>September 14, 2021</a:t>
            </a:fld>
            <a:endParaRPr lang="en-US" sz="1100" b="0" dirty="0">
              <a:solidFill>
                <a:schemeClr val="tx1"/>
              </a:solidFill>
            </a:endParaRPr>
          </a:p>
        </p:txBody>
      </p:sp>
      <p:sp>
        <p:nvSpPr>
          <p:cNvPr id="11" name="Text Box 115"/>
          <p:cNvSpPr txBox="1">
            <a:spLocks noChangeArrowheads="1"/>
          </p:cNvSpPr>
          <p:nvPr userDrawn="1"/>
        </p:nvSpPr>
        <p:spPr bwMode="auto">
          <a:xfrm>
            <a:off x="13533120" y="7580440"/>
            <a:ext cx="41148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820705">
              <a:spcBef>
                <a:spcPct val="50000"/>
              </a:spcBef>
            </a:pPr>
            <a:fld id="{18E29826-F105-4F77-B977-03F4A4723A21}" type="slidenum">
              <a:rPr lang="en-US" sz="1100" b="1" smtClean="0">
                <a:solidFill>
                  <a:schemeClr val="tx1"/>
                </a:solidFill>
              </a:rPr>
              <a:pPr algn="r" defTabSz="820705">
                <a:spcBef>
                  <a:spcPct val="50000"/>
                </a:spcBef>
              </a:pPr>
              <a:t>‹#›</a:t>
            </a:fld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12" name="Footer Placeholder 4"/>
          <p:cNvSpPr txBox="1">
            <a:spLocks/>
          </p:cNvSpPr>
          <p:nvPr userDrawn="1"/>
        </p:nvSpPr>
        <p:spPr>
          <a:xfrm>
            <a:off x="2971800" y="7580440"/>
            <a:ext cx="41148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100" dirty="0"/>
              <a:t>© 2020 DXC Technology Company. All rights reserved.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685800" y="2057399"/>
            <a:ext cx="6400800" cy="5121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2" name="Graphic 41">
            <a:extLst>
              <a:ext uri="{FF2B5EF4-FFF2-40B4-BE49-F238E27FC236}">
                <a16:creationId xmlns:a16="http://schemas.microsoft.com/office/drawing/2014/main" id="{9D282515-3596-48DA-9790-0C9B60823C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300" y="7641776"/>
            <a:ext cx="1776913" cy="18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245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685800" y="2057401"/>
            <a:ext cx="11201400" cy="5121275"/>
          </a:xfrm>
        </p:spPr>
        <p:txBody>
          <a:bodyPr/>
          <a:lstStyle>
            <a:lvl1pPr>
              <a:lnSpc>
                <a:spcPct val="85000"/>
              </a:lnSpc>
              <a:spcBef>
                <a:spcPts val="0"/>
              </a:spcBef>
              <a:defRPr sz="6000">
                <a:solidFill>
                  <a:srgbClr val="702B91"/>
                </a:solidFill>
              </a:defRPr>
            </a:lvl1pPr>
            <a:lvl2pPr marL="0" indent="0">
              <a:spcBef>
                <a:spcPts val="900"/>
              </a:spcBef>
              <a:buFontTx/>
              <a:buNone/>
              <a:defRPr/>
            </a:lvl2pPr>
            <a:lvl3pPr marL="0" indent="0">
              <a:spcBef>
                <a:spcPts val="900"/>
              </a:spcBef>
              <a:buFontTx/>
              <a:buNone/>
              <a:defRPr/>
            </a:lvl3pPr>
            <a:lvl4pPr marL="0" indent="0">
              <a:spcBef>
                <a:spcPts val="900"/>
              </a:spcBef>
              <a:buFontTx/>
              <a:buNone/>
              <a:defRPr/>
            </a:lvl4pPr>
            <a:lvl5pPr marL="0" indent="0">
              <a:spcBef>
                <a:spcPts val="900"/>
              </a:spcBef>
              <a:buFontTx/>
              <a:buNone/>
              <a:defRPr/>
            </a:lvl5pPr>
            <a:lvl6pPr marL="0" indent="0">
              <a:spcBef>
                <a:spcPts val="900"/>
              </a:spcBef>
              <a:buFontTx/>
              <a:buNone/>
              <a:defRPr baseline="0"/>
            </a:lvl6pPr>
            <a:lvl7pPr marL="0" indent="0">
              <a:spcBef>
                <a:spcPts val="900"/>
              </a:spcBef>
              <a:buFontTx/>
              <a:buNone/>
              <a:defRPr baseline="0"/>
            </a:lvl7pPr>
            <a:lvl8pPr marL="0" indent="0">
              <a:spcBef>
                <a:spcPts val="900"/>
              </a:spcBef>
              <a:buFontTx/>
              <a:buNone/>
              <a:defRPr baseline="0"/>
            </a:lvl8pPr>
            <a:lvl9pPr marL="0" indent="0">
              <a:spcBef>
                <a:spcPts val="900"/>
              </a:spcBef>
              <a:buFontTx/>
              <a:buNone/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reeform 9"/>
          <p:cNvSpPr>
            <a:spLocks noChangeAspect="1"/>
          </p:cNvSpPr>
          <p:nvPr userDrawn="1"/>
        </p:nvSpPr>
        <p:spPr bwMode="black">
          <a:xfrm>
            <a:off x="362839" y="0"/>
            <a:ext cx="730236" cy="639764"/>
          </a:xfrm>
          <a:custGeom>
            <a:avLst/>
            <a:gdLst>
              <a:gd name="T0" fmla="*/ 0 w 370"/>
              <a:gd name="T1" fmla="*/ 0 h 321"/>
              <a:gd name="T2" fmla="*/ 0 w 370"/>
              <a:gd name="T3" fmla="*/ 0 h 321"/>
              <a:gd name="T4" fmla="*/ 184 w 370"/>
              <a:gd name="T5" fmla="*/ 321 h 321"/>
              <a:gd name="T6" fmla="*/ 370 w 370"/>
              <a:gd name="T7" fmla="*/ 0 h 321"/>
              <a:gd name="T8" fmla="*/ 0 w 370"/>
              <a:gd name="T9" fmla="*/ 0 h 3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0" h="321">
                <a:moveTo>
                  <a:pt x="0" y="0"/>
                </a:moveTo>
                <a:lnTo>
                  <a:pt x="0" y="0"/>
                </a:lnTo>
                <a:lnTo>
                  <a:pt x="184" y="321"/>
                </a:lnTo>
                <a:lnTo>
                  <a:pt x="37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46304" tIns="73152" rIns="146304" bIns="73152" numCol="1" anchor="t" anchorCtr="0" compatLnSpc="1">
            <a:prstTxWarp prst="textNoShape">
              <a:avLst/>
            </a:prstTxWarp>
          </a:bodyPr>
          <a:lstStyle/>
          <a:p>
            <a:endParaRPr lang="en-US" sz="4608"/>
          </a:p>
        </p:txBody>
      </p:sp>
    </p:spTree>
    <p:extLst>
      <p:ext uri="{BB962C8B-B14F-4D97-AF65-F5344CB8AC3E}">
        <p14:creationId xmlns:p14="http://schemas.microsoft.com/office/powerpoint/2010/main" val="2170539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3" name="Straight Connector 12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itle 1"/>
          <p:cNvSpPr>
            <a:spLocks noGrp="1"/>
          </p:cNvSpPr>
          <p:nvPr userDrawn="1">
            <p:ph type="ctrTitle"/>
          </p:nvPr>
        </p:nvSpPr>
        <p:spPr>
          <a:xfrm>
            <a:off x="685800" y="640080"/>
            <a:ext cx="10058400" cy="4297680"/>
          </a:xfrm>
        </p:spPr>
        <p:txBody>
          <a:bodyPr anchor="b" anchorCtr="0">
            <a:noAutofit/>
          </a:bodyPr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/>
          <p:cNvSpPr>
            <a:spLocks noGrp="1"/>
          </p:cNvSpPr>
          <p:nvPr userDrawn="1">
            <p:ph type="subTitle" idx="1"/>
          </p:nvPr>
        </p:nvSpPr>
        <p:spPr>
          <a:xfrm>
            <a:off x="685800" y="5257800"/>
            <a:ext cx="10058400" cy="914400"/>
          </a:xfrm>
        </p:spPr>
        <p:txBody>
          <a:bodyPr>
            <a:noAutofit/>
          </a:bodyPr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7314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29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4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59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89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19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Freeform 9"/>
          <p:cNvSpPr>
            <a:spLocks noChangeAspect="1"/>
          </p:cNvSpPr>
          <p:nvPr userDrawn="1"/>
        </p:nvSpPr>
        <p:spPr bwMode="black">
          <a:xfrm>
            <a:off x="362839" y="-3"/>
            <a:ext cx="730237" cy="639766"/>
          </a:xfrm>
          <a:custGeom>
            <a:avLst/>
            <a:gdLst>
              <a:gd name="T0" fmla="*/ 0 w 370"/>
              <a:gd name="T1" fmla="*/ 0 h 321"/>
              <a:gd name="T2" fmla="*/ 0 w 370"/>
              <a:gd name="T3" fmla="*/ 0 h 321"/>
              <a:gd name="T4" fmla="*/ 184 w 370"/>
              <a:gd name="T5" fmla="*/ 321 h 321"/>
              <a:gd name="T6" fmla="*/ 370 w 370"/>
              <a:gd name="T7" fmla="*/ 0 h 321"/>
              <a:gd name="T8" fmla="*/ 0 w 370"/>
              <a:gd name="T9" fmla="*/ 0 h 3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0" h="321">
                <a:moveTo>
                  <a:pt x="0" y="0"/>
                </a:moveTo>
                <a:lnTo>
                  <a:pt x="0" y="0"/>
                </a:lnTo>
                <a:lnTo>
                  <a:pt x="184" y="321"/>
                </a:lnTo>
                <a:lnTo>
                  <a:pt x="37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46304" tIns="73152" rIns="146304" bIns="73152" numCol="1" anchor="t" anchorCtr="0" compatLnSpc="1">
            <a:prstTxWarp prst="textNoShape">
              <a:avLst/>
            </a:prstTxWarp>
          </a:bodyPr>
          <a:lstStyle/>
          <a:p>
            <a:endParaRPr lang="en-US" sz="4608"/>
          </a:p>
        </p:txBody>
      </p:sp>
      <p:sp>
        <p:nvSpPr>
          <p:cNvPr id="15" name="Text Box 115"/>
          <p:cNvSpPr txBox="1">
            <a:spLocks noChangeArrowheads="1"/>
          </p:cNvSpPr>
          <p:nvPr userDrawn="1"/>
        </p:nvSpPr>
        <p:spPr bwMode="auto">
          <a:xfrm>
            <a:off x="11893550" y="7580437"/>
            <a:ext cx="163957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Autofit/>
          </a:bodyPr>
          <a:lstStyle/>
          <a:p>
            <a:pPr algn="r" defTabSz="820705">
              <a:spcBef>
                <a:spcPct val="50000"/>
              </a:spcBef>
            </a:pPr>
            <a:fld id="{03C7D0F0-10D5-4191-B6F4-99306F468FEF}" type="datetime4">
              <a:rPr lang="en-US" sz="1100" b="0" smtClean="0">
                <a:solidFill>
                  <a:schemeClr val="tx1"/>
                </a:solidFill>
              </a:rPr>
              <a:pPr algn="r" defTabSz="820705">
                <a:spcBef>
                  <a:spcPct val="50000"/>
                </a:spcBef>
              </a:pPr>
              <a:t>September 14, 2021</a:t>
            </a:fld>
            <a:endParaRPr lang="en-US" sz="1100" b="0" dirty="0">
              <a:solidFill>
                <a:schemeClr val="tx1"/>
              </a:solidFill>
            </a:endParaRPr>
          </a:p>
        </p:txBody>
      </p:sp>
      <p:sp>
        <p:nvSpPr>
          <p:cNvPr id="16" name="Text Box 115"/>
          <p:cNvSpPr txBox="1">
            <a:spLocks noChangeArrowheads="1"/>
          </p:cNvSpPr>
          <p:nvPr userDrawn="1"/>
        </p:nvSpPr>
        <p:spPr bwMode="auto">
          <a:xfrm>
            <a:off x="13533120" y="7580440"/>
            <a:ext cx="41148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820705">
              <a:spcBef>
                <a:spcPct val="50000"/>
              </a:spcBef>
            </a:pPr>
            <a:fld id="{18E29826-F105-4F77-B977-03F4A4723A21}" type="slidenum">
              <a:rPr lang="en-US" sz="1100" b="1" smtClean="0">
                <a:solidFill>
                  <a:schemeClr val="tx1"/>
                </a:solidFill>
              </a:rPr>
              <a:pPr algn="r" defTabSz="820705">
                <a:spcBef>
                  <a:spcPct val="50000"/>
                </a:spcBef>
              </a:pPr>
              <a:t>‹#›</a:t>
            </a:fld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17" name="Footer Placeholder 4"/>
          <p:cNvSpPr txBox="1">
            <a:spLocks/>
          </p:cNvSpPr>
          <p:nvPr userDrawn="1"/>
        </p:nvSpPr>
        <p:spPr>
          <a:xfrm>
            <a:off x="4800600" y="7580440"/>
            <a:ext cx="50292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</a:rPr>
              <a:t>© 2020 DXC Technology Company. All rights reserved.</a:t>
            </a:r>
          </a:p>
        </p:txBody>
      </p:sp>
      <p:pic>
        <p:nvPicPr>
          <p:cNvPr id="45" name="Graphic 44">
            <a:extLst>
              <a:ext uri="{FF2B5EF4-FFF2-40B4-BE49-F238E27FC236}">
                <a16:creationId xmlns:a16="http://schemas.microsoft.com/office/drawing/2014/main" id="{C7A39A22-1768-4976-8630-D8F60D5B17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300" y="7641776"/>
            <a:ext cx="1776913" cy="18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004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&amp;A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 descr="A picture containing table, utensil, indoor, computer&#10;&#10;Description automatically generated">
            <a:extLst>
              <a:ext uri="{FF2B5EF4-FFF2-40B4-BE49-F238E27FC236}">
                <a16:creationId xmlns:a16="http://schemas.microsoft.com/office/drawing/2014/main" id="{E15F0233-9B11-4B4B-B300-723C12362B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" r="27510"/>
          <a:stretch/>
        </p:blipFill>
        <p:spPr>
          <a:xfrm>
            <a:off x="5297043" y="0"/>
            <a:ext cx="9333358" cy="8229600"/>
          </a:xfrm>
          <a:prstGeom prst="rect">
            <a:avLst/>
          </a:prstGeom>
        </p:spPr>
      </p:pic>
      <p:grpSp>
        <p:nvGrpSpPr>
          <p:cNvPr id="12" name="Group 11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3" name="Straight Connector 12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itle 1"/>
          <p:cNvSpPr>
            <a:spLocks noGrp="1"/>
          </p:cNvSpPr>
          <p:nvPr userDrawn="1">
            <p:ph type="ctrTitle"/>
          </p:nvPr>
        </p:nvSpPr>
        <p:spPr>
          <a:xfrm>
            <a:off x="685800" y="640081"/>
            <a:ext cx="8321026" cy="3945092"/>
          </a:xfrm>
        </p:spPr>
        <p:txBody>
          <a:bodyPr anchor="b" anchorCtr="0">
            <a:noAutofit/>
          </a:bodyPr>
          <a:lstStyle>
            <a:lvl1pPr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/>
          <p:cNvSpPr>
            <a:spLocks noGrp="1"/>
          </p:cNvSpPr>
          <p:nvPr userDrawn="1">
            <p:ph type="subTitle" idx="1"/>
          </p:nvPr>
        </p:nvSpPr>
        <p:spPr>
          <a:xfrm>
            <a:off x="685800" y="4907280"/>
            <a:ext cx="10058400" cy="914400"/>
          </a:xfrm>
        </p:spPr>
        <p:txBody>
          <a:bodyPr>
            <a:noAutofit/>
          </a:bodyPr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7314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29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4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59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89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19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Freeform 9"/>
          <p:cNvSpPr>
            <a:spLocks noChangeAspect="1"/>
          </p:cNvSpPr>
          <p:nvPr userDrawn="1"/>
        </p:nvSpPr>
        <p:spPr bwMode="black">
          <a:xfrm>
            <a:off x="362839" y="-3"/>
            <a:ext cx="730237" cy="639766"/>
          </a:xfrm>
          <a:custGeom>
            <a:avLst/>
            <a:gdLst>
              <a:gd name="T0" fmla="*/ 0 w 370"/>
              <a:gd name="T1" fmla="*/ 0 h 321"/>
              <a:gd name="T2" fmla="*/ 0 w 370"/>
              <a:gd name="T3" fmla="*/ 0 h 321"/>
              <a:gd name="T4" fmla="*/ 184 w 370"/>
              <a:gd name="T5" fmla="*/ 321 h 321"/>
              <a:gd name="T6" fmla="*/ 370 w 370"/>
              <a:gd name="T7" fmla="*/ 0 h 321"/>
              <a:gd name="T8" fmla="*/ 0 w 370"/>
              <a:gd name="T9" fmla="*/ 0 h 3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0" h="321">
                <a:moveTo>
                  <a:pt x="0" y="0"/>
                </a:moveTo>
                <a:lnTo>
                  <a:pt x="0" y="0"/>
                </a:lnTo>
                <a:lnTo>
                  <a:pt x="184" y="321"/>
                </a:lnTo>
                <a:lnTo>
                  <a:pt x="37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46304" tIns="73152" rIns="146304" bIns="73152" numCol="1" anchor="t" anchorCtr="0" compatLnSpc="1">
            <a:prstTxWarp prst="textNoShape">
              <a:avLst/>
            </a:prstTxWarp>
          </a:bodyPr>
          <a:lstStyle/>
          <a:p>
            <a:endParaRPr lang="en-US" sz="4608"/>
          </a:p>
        </p:txBody>
      </p:sp>
      <p:sp>
        <p:nvSpPr>
          <p:cNvPr id="15" name="Text Box 115"/>
          <p:cNvSpPr txBox="1">
            <a:spLocks noChangeArrowheads="1"/>
          </p:cNvSpPr>
          <p:nvPr userDrawn="1"/>
        </p:nvSpPr>
        <p:spPr bwMode="auto">
          <a:xfrm>
            <a:off x="11893550" y="7580437"/>
            <a:ext cx="163957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Autofit/>
          </a:bodyPr>
          <a:lstStyle/>
          <a:p>
            <a:pPr algn="r" defTabSz="820705">
              <a:spcBef>
                <a:spcPct val="50000"/>
              </a:spcBef>
            </a:pPr>
            <a:fld id="{03C7D0F0-10D5-4191-B6F4-99306F468FEF}" type="datetime4">
              <a:rPr lang="en-US" sz="1100" b="0" smtClean="0">
                <a:solidFill>
                  <a:schemeClr val="tx1"/>
                </a:solidFill>
              </a:rPr>
              <a:pPr algn="r" defTabSz="820705">
                <a:spcBef>
                  <a:spcPct val="50000"/>
                </a:spcBef>
              </a:pPr>
              <a:t>September 14, 2021</a:t>
            </a:fld>
            <a:endParaRPr lang="en-US" sz="1100" b="0" dirty="0">
              <a:solidFill>
                <a:schemeClr val="tx1"/>
              </a:solidFill>
            </a:endParaRPr>
          </a:p>
        </p:txBody>
      </p:sp>
      <p:sp>
        <p:nvSpPr>
          <p:cNvPr id="16" name="Text Box 115"/>
          <p:cNvSpPr txBox="1">
            <a:spLocks noChangeArrowheads="1"/>
          </p:cNvSpPr>
          <p:nvPr userDrawn="1"/>
        </p:nvSpPr>
        <p:spPr bwMode="auto">
          <a:xfrm>
            <a:off x="13533120" y="7580440"/>
            <a:ext cx="41148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820705">
              <a:spcBef>
                <a:spcPct val="50000"/>
              </a:spcBef>
            </a:pPr>
            <a:fld id="{18E29826-F105-4F77-B977-03F4A4723A21}" type="slidenum">
              <a:rPr lang="en-US" sz="1100" b="1" smtClean="0">
                <a:solidFill>
                  <a:schemeClr val="tx1"/>
                </a:solidFill>
              </a:rPr>
              <a:pPr algn="r" defTabSz="820705">
                <a:spcBef>
                  <a:spcPct val="50000"/>
                </a:spcBef>
              </a:pPr>
              <a:t>‹#›</a:t>
            </a:fld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17" name="Footer Placeholder 4"/>
          <p:cNvSpPr txBox="1">
            <a:spLocks/>
          </p:cNvSpPr>
          <p:nvPr userDrawn="1"/>
        </p:nvSpPr>
        <p:spPr>
          <a:xfrm>
            <a:off x="4800600" y="7580440"/>
            <a:ext cx="50292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</a:rPr>
              <a:t>© 2020 DXC Technology Company. All rights reserved.</a:t>
            </a:r>
          </a:p>
        </p:txBody>
      </p:sp>
      <p:pic>
        <p:nvPicPr>
          <p:cNvPr id="45" name="Graphic 44">
            <a:extLst>
              <a:ext uri="{FF2B5EF4-FFF2-40B4-BE49-F238E27FC236}">
                <a16:creationId xmlns:a16="http://schemas.microsoft.com/office/drawing/2014/main" id="{C7A39A22-1768-4976-8630-D8F60D5B175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300" y="7641776"/>
            <a:ext cx="1776913" cy="18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889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Pictur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1" name="Straight Connector 10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4630400" cy="8229600"/>
          </a:xfrm>
          <a:solidFill>
            <a:schemeClr val="bg1">
              <a:lumMod val="85000"/>
            </a:schemeClr>
          </a:solidFill>
        </p:spPr>
        <p:txBody>
          <a:bodyPr anchor="ctr" anchorCtr="0">
            <a:normAutofit/>
          </a:bodyPr>
          <a:lstStyle>
            <a:lvl1pPr algn="ctr">
              <a:defRPr sz="1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44830" y="7425690"/>
            <a:ext cx="2048256" cy="581762"/>
          </a:xfrm>
          <a:prstGeom prst="rect">
            <a:avLst/>
          </a:prstGeom>
        </p:spPr>
      </p:pic>
      <p:sp>
        <p:nvSpPr>
          <p:cNvPr id="13" name="Freeform 9"/>
          <p:cNvSpPr>
            <a:spLocks noChangeAspect="1"/>
          </p:cNvSpPr>
          <p:nvPr userDrawn="1"/>
        </p:nvSpPr>
        <p:spPr bwMode="black">
          <a:xfrm>
            <a:off x="362839" y="-3"/>
            <a:ext cx="730237" cy="639766"/>
          </a:xfrm>
          <a:custGeom>
            <a:avLst/>
            <a:gdLst>
              <a:gd name="T0" fmla="*/ 0 w 370"/>
              <a:gd name="T1" fmla="*/ 0 h 321"/>
              <a:gd name="T2" fmla="*/ 0 w 370"/>
              <a:gd name="T3" fmla="*/ 0 h 321"/>
              <a:gd name="T4" fmla="*/ 184 w 370"/>
              <a:gd name="T5" fmla="*/ 321 h 321"/>
              <a:gd name="T6" fmla="*/ 370 w 370"/>
              <a:gd name="T7" fmla="*/ 0 h 321"/>
              <a:gd name="T8" fmla="*/ 0 w 370"/>
              <a:gd name="T9" fmla="*/ 0 h 3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0" h="321">
                <a:moveTo>
                  <a:pt x="0" y="0"/>
                </a:moveTo>
                <a:lnTo>
                  <a:pt x="0" y="0"/>
                </a:lnTo>
                <a:lnTo>
                  <a:pt x="184" y="321"/>
                </a:lnTo>
                <a:lnTo>
                  <a:pt x="37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46304" tIns="73152" rIns="146304" bIns="73152" numCol="1" anchor="t" anchorCtr="0" compatLnSpc="1">
            <a:prstTxWarp prst="textNoShape">
              <a:avLst/>
            </a:prstTxWarp>
          </a:bodyPr>
          <a:lstStyle/>
          <a:p>
            <a:endParaRPr lang="en-US" sz="4608"/>
          </a:p>
        </p:txBody>
      </p:sp>
      <p:sp>
        <p:nvSpPr>
          <p:cNvPr id="14" name="Text Box 115"/>
          <p:cNvSpPr txBox="1">
            <a:spLocks noChangeArrowheads="1"/>
          </p:cNvSpPr>
          <p:nvPr userDrawn="1"/>
        </p:nvSpPr>
        <p:spPr bwMode="auto">
          <a:xfrm>
            <a:off x="11893550" y="7580437"/>
            <a:ext cx="163957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Autofit/>
          </a:bodyPr>
          <a:lstStyle/>
          <a:p>
            <a:pPr algn="r" defTabSz="820705">
              <a:spcBef>
                <a:spcPct val="50000"/>
              </a:spcBef>
            </a:pPr>
            <a:fld id="{03C7D0F0-10D5-4191-B6F4-99306F468FEF}" type="datetime4">
              <a:rPr lang="en-US" sz="1100" b="0" smtClean="0">
                <a:solidFill>
                  <a:schemeClr val="bg1"/>
                </a:solidFill>
              </a:rPr>
              <a:pPr algn="r" defTabSz="820705">
                <a:spcBef>
                  <a:spcPct val="50000"/>
                </a:spcBef>
              </a:pPr>
              <a:t>September 14, 2021</a:t>
            </a:fld>
            <a:endParaRPr lang="en-US" sz="1100" b="0" dirty="0">
              <a:solidFill>
                <a:schemeClr val="bg1"/>
              </a:solidFill>
            </a:endParaRPr>
          </a:p>
        </p:txBody>
      </p:sp>
      <p:sp>
        <p:nvSpPr>
          <p:cNvPr id="15" name="Text Box 115"/>
          <p:cNvSpPr txBox="1">
            <a:spLocks noChangeArrowheads="1"/>
          </p:cNvSpPr>
          <p:nvPr userDrawn="1"/>
        </p:nvSpPr>
        <p:spPr bwMode="auto">
          <a:xfrm>
            <a:off x="13533120" y="7580440"/>
            <a:ext cx="41148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820705">
              <a:spcBef>
                <a:spcPct val="50000"/>
              </a:spcBef>
            </a:pPr>
            <a:fld id="{18E29826-F105-4F77-B977-03F4A4723A21}" type="slidenum">
              <a:rPr lang="en-US" sz="1100" b="1" smtClean="0">
                <a:solidFill>
                  <a:schemeClr val="bg1"/>
                </a:solidFill>
              </a:rPr>
              <a:pPr algn="r" defTabSz="820705">
                <a:spcBef>
                  <a:spcPct val="50000"/>
                </a:spcBef>
              </a:pPr>
              <a:t>‹#›</a:t>
            </a:fld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16" name="Footer Placeholder 4"/>
          <p:cNvSpPr txBox="1">
            <a:spLocks/>
          </p:cNvSpPr>
          <p:nvPr userDrawn="1"/>
        </p:nvSpPr>
        <p:spPr>
          <a:xfrm>
            <a:off x="4800600" y="7580440"/>
            <a:ext cx="50292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bg1"/>
                </a:solidFill>
              </a:rPr>
              <a:t>© 2020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23047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8" name="Straight Connector 7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685800" y="2057401"/>
            <a:ext cx="11201400" cy="5121275"/>
          </a:xfrm>
        </p:spPr>
        <p:txBody>
          <a:bodyPr/>
          <a:lstStyle>
            <a:lvl1pPr>
              <a:lnSpc>
                <a:spcPct val="85000"/>
              </a:lnSpc>
              <a:spcBef>
                <a:spcPts val="0"/>
              </a:spcBef>
              <a:defRPr sz="6000">
                <a:solidFill>
                  <a:schemeClr val="accent1"/>
                </a:solidFill>
              </a:defRPr>
            </a:lvl1pPr>
            <a:lvl2pPr marL="0" indent="0">
              <a:spcBef>
                <a:spcPts val="900"/>
              </a:spcBef>
              <a:buFontTx/>
              <a:buNone/>
              <a:defRPr>
                <a:solidFill>
                  <a:schemeClr val="accent1"/>
                </a:solidFill>
              </a:defRPr>
            </a:lvl2pPr>
            <a:lvl3pPr marL="0" indent="0">
              <a:spcBef>
                <a:spcPts val="900"/>
              </a:spcBef>
              <a:buFontTx/>
              <a:buNone/>
              <a:defRPr>
                <a:solidFill>
                  <a:schemeClr val="accent1"/>
                </a:solidFill>
              </a:defRPr>
            </a:lvl3pPr>
            <a:lvl4pPr marL="0" indent="0">
              <a:spcBef>
                <a:spcPts val="900"/>
              </a:spcBef>
              <a:buFontTx/>
              <a:buNone/>
              <a:defRPr>
                <a:solidFill>
                  <a:schemeClr val="accent1"/>
                </a:solidFill>
              </a:defRPr>
            </a:lvl4pPr>
            <a:lvl5pPr marL="0" indent="0">
              <a:spcBef>
                <a:spcPts val="900"/>
              </a:spcBef>
              <a:buFontTx/>
              <a:buNone/>
              <a:defRPr>
                <a:solidFill>
                  <a:schemeClr val="accent1"/>
                </a:solidFill>
              </a:defRPr>
            </a:lvl5pPr>
            <a:lvl6pPr marL="0" indent="0">
              <a:spcBef>
                <a:spcPts val="900"/>
              </a:spcBef>
              <a:buFontTx/>
              <a:buNone/>
              <a:defRPr baseline="0">
                <a:solidFill>
                  <a:schemeClr val="bg1"/>
                </a:solidFill>
              </a:defRPr>
            </a:lvl6pPr>
            <a:lvl7pPr marL="0" indent="0">
              <a:spcBef>
                <a:spcPts val="900"/>
              </a:spcBef>
              <a:buFontTx/>
              <a:buNone/>
              <a:defRPr baseline="0">
                <a:solidFill>
                  <a:schemeClr val="bg1"/>
                </a:solidFill>
              </a:defRPr>
            </a:lvl7pPr>
            <a:lvl8pPr marL="0" indent="0">
              <a:spcBef>
                <a:spcPts val="900"/>
              </a:spcBef>
              <a:buFontTx/>
              <a:buNone/>
              <a:defRPr baseline="0">
                <a:solidFill>
                  <a:schemeClr val="bg1"/>
                </a:solidFill>
              </a:defRPr>
            </a:lvl8pPr>
            <a:lvl9pPr marL="0" indent="0">
              <a:spcBef>
                <a:spcPts val="900"/>
              </a:spcBef>
              <a:buFontTx/>
              <a:buNone/>
              <a:defRPr baseline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reeform 9"/>
          <p:cNvSpPr>
            <a:spLocks noChangeAspect="1"/>
          </p:cNvSpPr>
          <p:nvPr userDrawn="1"/>
        </p:nvSpPr>
        <p:spPr bwMode="black">
          <a:xfrm>
            <a:off x="362839" y="-3"/>
            <a:ext cx="730237" cy="639766"/>
          </a:xfrm>
          <a:custGeom>
            <a:avLst/>
            <a:gdLst>
              <a:gd name="T0" fmla="*/ 0 w 370"/>
              <a:gd name="T1" fmla="*/ 0 h 321"/>
              <a:gd name="T2" fmla="*/ 0 w 370"/>
              <a:gd name="T3" fmla="*/ 0 h 321"/>
              <a:gd name="T4" fmla="*/ 184 w 370"/>
              <a:gd name="T5" fmla="*/ 321 h 321"/>
              <a:gd name="T6" fmla="*/ 370 w 370"/>
              <a:gd name="T7" fmla="*/ 0 h 321"/>
              <a:gd name="T8" fmla="*/ 0 w 370"/>
              <a:gd name="T9" fmla="*/ 0 h 3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0" h="321">
                <a:moveTo>
                  <a:pt x="0" y="0"/>
                </a:moveTo>
                <a:lnTo>
                  <a:pt x="0" y="0"/>
                </a:lnTo>
                <a:lnTo>
                  <a:pt x="184" y="321"/>
                </a:lnTo>
                <a:lnTo>
                  <a:pt x="37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46304" tIns="73152" rIns="146304" bIns="73152" numCol="1" anchor="t" anchorCtr="0" compatLnSpc="1">
            <a:prstTxWarp prst="textNoShape">
              <a:avLst/>
            </a:prstTxWarp>
          </a:bodyPr>
          <a:lstStyle/>
          <a:p>
            <a:endParaRPr lang="en-US" sz="4608"/>
          </a:p>
        </p:txBody>
      </p:sp>
      <p:sp>
        <p:nvSpPr>
          <p:cNvPr id="15" name="Footer Placeholder 4"/>
          <p:cNvSpPr txBox="1">
            <a:spLocks/>
          </p:cNvSpPr>
          <p:nvPr userDrawn="1"/>
        </p:nvSpPr>
        <p:spPr>
          <a:xfrm>
            <a:off x="7543800" y="7580440"/>
            <a:ext cx="64008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100" dirty="0">
                <a:solidFill>
                  <a:schemeClr val="tx1"/>
                </a:solidFill>
              </a:rPr>
              <a:t>© 2020 DXC Technology Company. All rights reserved.</a:t>
            </a:r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BE1299B5-7243-43AA-A037-8CD67B96FA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299" y="7585203"/>
            <a:ext cx="2351950" cy="250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994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8" name="Straight Connector 7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Footer Placeholder 4"/>
          <p:cNvSpPr txBox="1">
            <a:spLocks/>
          </p:cNvSpPr>
          <p:nvPr userDrawn="1"/>
        </p:nvSpPr>
        <p:spPr>
          <a:xfrm>
            <a:off x="7543800" y="7580440"/>
            <a:ext cx="64008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100" dirty="0">
                <a:solidFill>
                  <a:schemeClr val="tx1"/>
                </a:solidFill>
              </a:rPr>
              <a:t>© 2020 DXC Technology Company. All rights reserved.</a:t>
            </a:r>
          </a:p>
        </p:txBody>
      </p:sp>
      <p:sp>
        <p:nvSpPr>
          <p:cNvPr id="41" name="Freeform 9">
            <a:extLst>
              <a:ext uri="{FF2B5EF4-FFF2-40B4-BE49-F238E27FC236}">
                <a16:creationId xmlns:a16="http://schemas.microsoft.com/office/drawing/2014/main" id="{6B861B40-28F2-4009-8306-AE5D4F00192F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62839" y="-3"/>
            <a:ext cx="730237" cy="639766"/>
          </a:xfrm>
          <a:custGeom>
            <a:avLst/>
            <a:gdLst>
              <a:gd name="T0" fmla="*/ 0 w 370"/>
              <a:gd name="T1" fmla="*/ 0 h 321"/>
              <a:gd name="T2" fmla="*/ 0 w 370"/>
              <a:gd name="T3" fmla="*/ 0 h 321"/>
              <a:gd name="T4" fmla="*/ 184 w 370"/>
              <a:gd name="T5" fmla="*/ 321 h 321"/>
              <a:gd name="T6" fmla="*/ 370 w 370"/>
              <a:gd name="T7" fmla="*/ 0 h 321"/>
              <a:gd name="T8" fmla="*/ 0 w 370"/>
              <a:gd name="T9" fmla="*/ 0 h 3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0" h="321">
                <a:moveTo>
                  <a:pt x="0" y="0"/>
                </a:moveTo>
                <a:lnTo>
                  <a:pt x="0" y="0"/>
                </a:lnTo>
                <a:lnTo>
                  <a:pt x="184" y="321"/>
                </a:lnTo>
                <a:lnTo>
                  <a:pt x="37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46304" tIns="73152" rIns="146304" bIns="73152" numCol="1" anchor="t" anchorCtr="0" compatLnSpc="1">
            <a:prstTxWarp prst="textNoShape">
              <a:avLst/>
            </a:prstTxWarp>
          </a:bodyPr>
          <a:lstStyle/>
          <a:p>
            <a:endParaRPr lang="en-US" sz="4608" dirty="0"/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3C44CBD1-3D4E-45C5-92C8-9A46F52B9F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84659" y="3733811"/>
            <a:ext cx="8260582" cy="881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029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 userDrawn="1"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2" name="Straight Connector 11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Freeform 9"/>
          <p:cNvSpPr>
            <a:spLocks noChangeAspect="1"/>
          </p:cNvSpPr>
          <p:nvPr userDrawn="1"/>
        </p:nvSpPr>
        <p:spPr bwMode="black">
          <a:xfrm>
            <a:off x="448311" y="0"/>
            <a:ext cx="562442" cy="492758"/>
          </a:xfrm>
          <a:custGeom>
            <a:avLst/>
            <a:gdLst>
              <a:gd name="T0" fmla="*/ 0 w 370"/>
              <a:gd name="T1" fmla="*/ 0 h 321"/>
              <a:gd name="T2" fmla="*/ 0 w 370"/>
              <a:gd name="T3" fmla="*/ 0 h 321"/>
              <a:gd name="T4" fmla="*/ 184 w 370"/>
              <a:gd name="T5" fmla="*/ 321 h 321"/>
              <a:gd name="T6" fmla="*/ 370 w 370"/>
              <a:gd name="T7" fmla="*/ 0 h 321"/>
              <a:gd name="T8" fmla="*/ 0 w 370"/>
              <a:gd name="T9" fmla="*/ 0 h 3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0" h="321">
                <a:moveTo>
                  <a:pt x="0" y="0"/>
                </a:moveTo>
                <a:lnTo>
                  <a:pt x="0" y="0"/>
                </a:lnTo>
                <a:lnTo>
                  <a:pt x="184" y="321"/>
                </a:lnTo>
                <a:lnTo>
                  <a:pt x="37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46304" tIns="73152" rIns="146304" bIns="73152" numCol="1" anchor="t" anchorCtr="0" compatLnSpc="1">
            <a:prstTxWarp prst="textNoShape">
              <a:avLst/>
            </a:prstTxWarp>
          </a:bodyPr>
          <a:lstStyle/>
          <a:p>
            <a:endParaRPr lang="en-US" sz="4608"/>
          </a:p>
        </p:txBody>
      </p: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685800" y="639764"/>
            <a:ext cx="13258800" cy="141763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685800" y="2057401"/>
            <a:ext cx="11201400" cy="51212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0" name="Text Box 115"/>
          <p:cNvSpPr txBox="1">
            <a:spLocks noChangeArrowheads="1"/>
          </p:cNvSpPr>
          <p:nvPr userDrawn="1"/>
        </p:nvSpPr>
        <p:spPr bwMode="auto">
          <a:xfrm>
            <a:off x="11893550" y="7580437"/>
            <a:ext cx="163957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Autofit/>
          </a:bodyPr>
          <a:lstStyle/>
          <a:p>
            <a:pPr algn="r" defTabSz="820705">
              <a:spcBef>
                <a:spcPts val="0"/>
              </a:spcBef>
            </a:pPr>
            <a:fld id="{03C7D0F0-10D5-4191-B6F4-99306F468FEF}" type="datetime4">
              <a:rPr lang="en-US" sz="1100" b="0" smtClean="0">
                <a:solidFill>
                  <a:schemeClr val="tx1"/>
                </a:solidFill>
              </a:rPr>
              <a:pPr algn="r" defTabSz="820705">
                <a:spcBef>
                  <a:spcPts val="0"/>
                </a:spcBef>
              </a:pPr>
              <a:t>September 14, 2021</a:t>
            </a:fld>
            <a:endParaRPr lang="en-US" sz="1100" b="0" dirty="0">
              <a:solidFill>
                <a:schemeClr val="tx1"/>
              </a:solidFill>
            </a:endParaRPr>
          </a:p>
        </p:txBody>
      </p:sp>
      <p:sp>
        <p:nvSpPr>
          <p:cNvPr id="61" name="Text Box 115"/>
          <p:cNvSpPr txBox="1">
            <a:spLocks noChangeArrowheads="1"/>
          </p:cNvSpPr>
          <p:nvPr userDrawn="1"/>
        </p:nvSpPr>
        <p:spPr bwMode="auto">
          <a:xfrm>
            <a:off x="13533120" y="7580440"/>
            <a:ext cx="41148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820705">
              <a:spcBef>
                <a:spcPts val="0"/>
              </a:spcBef>
            </a:pPr>
            <a:fld id="{18E29826-F105-4F77-B977-03F4A4723A21}" type="slidenum">
              <a:rPr lang="en-US" sz="1100" b="1" smtClean="0">
                <a:solidFill>
                  <a:schemeClr val="tx1"/>
                </a:solidFill>
              </a:rPr>
              <a:pPr algn="r" defTabSz="820705">
                <a:spcBef>
                  <a:spcPts val="0"/>
                </a:spcBef>
              </a:pPr>
              <a:t>‹#›</a:t>
            </a:fld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62" name="Footer Placeholder 4"/>
          <p:cNvSpPr txBox="1">
            <a:spLocks/>
          </p:cNvSpPr>
          <p:nvPr userDrawn="1"/>
        </p:nvSpPr>
        <p:spPr>
          <a:xfrm>
            <a:off x="4800600" y="7580440"/>
            <a:ext cx="50292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© 2020 DXC Technology Company. All rights reserved.</a:t>
            </a:r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D1873BB5-3D3B-45D3-ACB7-B169E536D8DB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85300" y="7641776"/>
            <a:ext cx="1776913" cy="18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844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1462981" rtl="0" eaLnBrk="1" latinLnBrk="0" hangingPunct="1">
        <a:lnSpc>
          <a:spcPct val="85000"/>
        </a:lnSpc>
        <a:spcBef>
          <a:spcPct val="0"/>
        </a:spcBef>
        <a:buNone/>
        <a:defRPr sz="40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1462981" rtl="0" eaLnBrk="1" latinLnBrk="0" hangingPunct="1">
        <a:spcBef>
          <a:spcPts val="1200"/>
        </a:spcBef>
        <a:buFontTx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1462981" rtl="0" eaLnBrk="1" latinLnBrk="0" hangingPunct="1">
        <a:spcBef>
          <a:spcPts val="1200"/>
        </a:spcBef>
        <a:buFontTx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90" indent="-228590" algn="l" defTabSz="1462981" rtl="0" eaLnBrk="1" latinLnBrk="0" hangingPunct="1">
        <a:spcBef>
          <a:spcPts val="1200"/>
        </a:spcBef>
        <a:buFont typeface="Arial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457182" indent="-228590" algn="l" defTabSz="1462981" rtl="0" eaLnBrk="1" latinLnBrk="0" hangingPunct="1">
        <a:spcBef>
          <a:spcPts val="600"/>
        </a:spcBef>
        <a:buFont typeface="Arial" pitchFamily="34" charset="0"/>
        <a:buChar char="–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685772" indent="-228590" algn="l" defTabSz="1462981" rtl="0" eaLnBrk="1" latinLnBrk="0" hangingPunct="1">
        <a:spcBef>
          <a:spcPts val="600"/>
        </a:spcBef>
        <a:buFont typeface="Arial" pitchFamily="34" charset="0"/>
        <a:buChar char="–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914364" indent="-228590" algn="l" defTabSz="1462981" rtl="0" eaLnBrk="1" latinLnBrk="0" hangingPunct="1">
        <a:spcBef>
          <a:spcPts val="6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142954" indent="-228590" algn="l" defTabSz="1462981" rtl="0" eaLnBrk="1" latinLnBrk="0" hangingPunct="1">
        <a:spcBef>
          <a:spcPts val="600"/>
        </a:spcBef>
        <a:buFont typeface="Arial" pitchFamily="34" charset="0"/>
        <a:buChar char="–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371545" indent="-228590" algn="l" defTabSz="1462981" rtl="0" eaLnBrk="1" latinLnBrk="0" hangingPunct="1">
        <a:spcBef>
          <a:spcPts val="600"/>
        </a:spcBef>
        <a:buFont typeface="Arial" pitchFamily="34" charset="0"/>
        <a:buChar char="–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600136" indent="-228590" algn="l" defTabSz="1462981" rtl="0" eaLnBrk="1" latinLnBrk="0" hangingPunct="1">
        <a:spcBef>
          <a:spcPts val="600"/>
        </a:spcBef>
        <a:buFont typeface="Arial" pitchFamily="34" charset="0"/>
        <a:buChar char="–"/>
        <a:tabLst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6298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31491" algn="l" defTabSz="146298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462981" algn="l" defTabSz="146298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2194472" algn="l" defTabSz="146298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925962" algn="l" defTabSz="146298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3657454" algn="l" defTabSz="146298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4388945" algn="l" defTabSz="146298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5120435" algn="l" defTabSz="146298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5851926" algn="l" defTabSz="146298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4" userDrawn="1">
          <p15:clr>
            <a:srgbClr val="F26B43"/>
          </p15:clr>
        </p15:guide>
        <p15:guide id="2" pos="5530" userDrawn="1">
          <p15:clr>
            <a:srgbClr val="F26B43"/>
          </p15:clr>
        </p15:guide>
        <p15:guide id="3" pos="518" userDrawn="1">
          <p15:clr>
            <a:srgbClr val="F26B43"/>
          </p15:clr>
        </p15:guide>
        <p15:guide id="4" pos="3629" userDrawn="1">
          <p15:clr>
            <a:srgbClr val="F26B43"/>
          </p15:clr>
        </p15:guide>
        <p15:guide id="5" pos="3974" userDrawn="1">
          <p15:clr>
            <a:srgbClr val="F26B43"/>
          </p15:clr>
        </p15:guide>
        <p15:guide id="6" pos="5357" userDrawn="1">
          <p15:clr>
            <a:srgbClr val="F26B43"/>
          </p15:clr>
        </p15:guide>
        <p15:guide id="7" pos="5702" userDrawn="1">
          <p15:clr>
            <a:srgbClr val="F26B43"/>
          </p15:clr>
        </p15:guide>
        <p15:guide id="8" pos="7085" userDrawn="1">
          <p15:clr>
            <a:srgbClr val="F26B43"/>
          </p15:clr>
        </p15:guide>
        <p15:guide id="9" pos="7430" userDrawn="1">
          <p15:clr>
            <a:srgbClr val="F26B43"/>
          </p15:clr>
        </p15:guide>
        <p15:guide id="10" pos="8986" userDrawn="1">
          <p15:clr>
            <a:srgbClr val="F26B43"/>
          </p15:clr>
        </p15:guide>
        <p15:guide id="11" pos="10541" userDrawn="1">
          <p15:clr>
            <a:srgbClr val="F26B43"/>
          </p15:clr>
        </p15:guide>
        <p15:guide id="12" orient="horz" pos="1555" userDrawn="1">
          <p15:clr>
            <a:srgbClr val="F26B43"/>
          </p15:clr>
        </p15:guide>
        <p15:guide id="13" orient="horz" pos="5426" userDrawn="1">
          <p15:clr>
            <a:srgbClr val="F26B43"/>
          </p15:clr>
        </p15:guide>
        <p15:guide id="14" orient="horz" pos="587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354431" y="733787"/>
            <a:ext cx="7941970" cy="1264738"/>
          </a:xfrm>
        </p:spPr>
        <p:txBody>
          <a:bodyPr/>
          <a:lstStyle/>
          <a:p>
            <a:r>
              <a:rPr lang="en-US" sz="5000" dirty="0">
                <a:solidFill>
                  <a:schemeClr val="accent1"/>
                </a:solidFill>
              </a:rPr>
              <a:t>Innovation </a:t>
            </a:r>
            <a:r>
              <a:rPr lang="es-CR" sz="5000" dirty="0">
                <a:solidFill>
                  <a:schemeClr val="accent1"/>
                </a:solidFill>
              </a:rPr>
              <a:t>&amp; Automation</a:t>
            </a:r>
            <a:endParaRPr lang="en-US" sz="5000" dirty="0">
              <a:solidFill>
                <a:schemeClr val="accent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354432" y="1998526"/>
            <a:ext cx="4874461" cy="914400"/>
          </a:xfrm>
        </p:spPr>
        <p:txBody>
          <a:bodyPr/>
          <a:lstStyle/>
          <a:p>
            <a:r>
              <a:rPr lang="en-US" sz="3500" dirty="0">
                <a:solidFill>
                  <a:schemeClr val="accent1"/>
                </a:solidFill>
              </a:rPr>
              <a:t>Success Stories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17D735-FD33-42BE-AC4A-B63002798D97}"/>
              </a:ext>
            </a:extLst>
          </p:cNvPr>
          <p:cNvSpPr/>
          <p:nvPr/>
        </p:nvSpPr>
        <p:spPr>
          <a:xfrm>
            <a:off x="1256894" y="2584605"/>
            <a:ext cx="584240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462981"/>
            <a:r>
              <a:rPr lang="en-US" sz="1600" b="1" dirty="0">
                <a:solidFill>
                  <a:srgbClr val="000000"/>
                </a:solidFill>
                <a:latin typeface="Arial"/>
              </a:rPr>
              <a:t>Account Success stories </a:t>
            </a:r>
            <a:r>
              <a:rPr lang="en-US" sz="1600" dirty="0">
                <a:solidFill>
                  <a:srgbClr val="000000"/>
                </a:solidFill>
                <a:latin typeface="Arial"/>
              </a:rPr>
              <a:t>are account specific success slides that identify specific client challenges, the solution, and resulting metrics.  They are focused on client business outcomes achieved via Innovation and Automation solutions.</a:t>
            </a:r>
          </a:p>
        </p:txBody>
      </p:sp>
    </p:spTree>
    <p:extLst>
      <p:ext uri="{BB962C8B-B14F-4D97-AF65-F5344CB8AC3E}">
        <p14:creationId xmlns:p14="http://schemas.microsoft.com/office/powerpoint/2010/main" val="2496861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4623590-9E5B-45E3-8477-2FA6CF7F0385}"/>
              </a:ext>
            </a:extLst>
          </p:cNvPr>
          <p:cNvSpPr/>
          <p:nvPr/>
        </p:nvSpPr>
        <p:spPr>
          <a:xfrm>
            <a:off x="685800" y="639764"/>
            <a:ext cx="13258800" cy="8768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462981"/>
            <a:endParaRPr lang="en-US" sz="288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421" y="849915"/>
            <a:ext cx="13258800" cy="141763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PRIORITY OUTAGE REPORT AUTOMATION</a:t>
            </a:r>
            <a:endParaRPr lang="en-US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78354C5F-1826-40BE-8AFA-984B7D5829A2}"/>
              </a:ext>
            </a:extLst>
          </p:cNvPr>
          <p:cNvSpPr/>
          <p:nvPr/>
        </p:nvSpPr>
        <p:spPr>
          <a:xfrm rot="5400000">
            <a:off x="450472" y="4071351"/>
            <a:ext cx="3412273" cy="2941615"/>
          </a:xfrm>
          <a:prstGeom prst="triangle">
            <a:avLst/>
          </a:prstGeom>
          <a:solidFill>
            <a:srgbClr val="6F2C9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462981"/>
            <a:endParaRPr lang="en-US" sz="288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68732C8F-197B-4C34-B574-D7DF32685A22}"/>
              </a:ext>
            </a:extLst>
          </p:cNvPr>
          <p:cNvSpPr/>
          <p:nvPr/>
        </p:nvSpPr>
        <p:spPr>
          <a:xfrm rot="16200000">
            <a:off x="2465236" y="5628244"/>
            <a:ext cx="1248269" cy="1076094"/>
          </a:xfrm>
          <a:prstGeom prst="triangle">
            <a:avLst/>
          </a:prstGeom>
          <a:solidFill>
            <a:srgbClr val="D9D9D9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462981"/>
            <a:endParaRPr lang="en-US" sz="288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F633E6-8169-4721-8318-45408297DF8E}"/>
              </a:ext>
            </a:extLst>
          </p:cNvPr>
          <p:cNvSpPr txBox="1"/>
          <p:nvPr/>
        </p:nvSpPr>
        <p:spPr>
          <a:xfrm>
            <a:off x="744562" y="5028629"/>
            <a:ext cx="42686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462981"/>
            <a:r>
              <a:rPr lang="en-IN" sz="2000" dirty="0">
                <a:solidFill>
                  <a:prstClr val="white"/>
                </a:solidFill>
                <a:latin typeface="+mj-lt"/>
              </a:rPr>
              <a:t>18</a:t>
            </a:r>
            <a:r>
              <a:rPr lang="en-US" sz="2000" dirty="0">
                <a:solidFill>
                  <a:prstClr val="white"/>
                </a:solidFill>
                <a:latin typeface="+mj-lt"/>
              </a:rPr>
              <a:t>00 Minutes</a:t>
            </a:r>
          </a:p>
          <a:p>
            <a:pPr defTabSz="1462981"/>
            <a:r>
              <a:rPr lang="en-US" sz="2000" dirty="0">
                <a:solidFill>
                  <a:prstClr val="white"/>
                </a:solidFill>
                <a:latin typeface="+mj-lt"/>
              </a:rPr>
              <a:t>Manual effort reduction </a:t>
            </a:r>
          </a:p>
          <a:p>
            <a:pPr defTabSz="1462981"/>
            <a:r>
              <a:rPr lang="en-US" sz="2000" dirty="0">
                <a:solidFill>
                  <a:prstClr val="white"/>
                </a:solidFill>
                <a:latin typeface="+mj-lt"/>
              </a:rPr>
              <a:t>per month </a:t>
            </a:r>
          </a:p>
          <a:p>
            <a:pPr defTabSz="1462981"/>
            <a:endParaRPr lang="en-US" sz="2000" dirty="0">
              <a:solidFill>
                <a:prstClr val="white"/>
              </a:solidFill>
              <a:latin typeface="+mj-lt"/>
            </a:endParaRPr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68E0A2B2-7DB9-46A7-9691-D04AC186EF9B}"/>
              </a:ext>
            </a:extLst>
          </p:cNvPr>
          <p:cNvSpPr/>
          <p:nvPr/>
        </p:nvSpPr>
        <p:spPr>
          <a:xfrm rot="16200000">
            <a:off x="12679738" y="700231"/>
            <a:ext cx="876803" cy="755866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462981"/>
            <a:endParaRPr lang="en-US" sz="288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EC4F13-712B-44C8-B15B-AABC28A5185B}"/>
              </a:ext>
            </a:extLst>
          </p:cNvPr>
          <p:cNvSpPr/>
          <p:nvPr/>
        </p:nvSpPr>
        <p:spPr>
          <a:xfrm>
            <a:off x="13585174" y="639763"/>
            <a:ext cx="90812" cy="8768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462981"/>
            <a:endParaRPr lang="en-US" sz="288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1A61B5-F8C7-4D1C-A86F-86BF2941F24B}"/>
              </a:ext>
            </a:extLst>
          </p:cNvPr>
          <p:cNvSpPr/>
          <p:nvPr/>
        </p:nvSpPr>
        <p:spPr>
          <a:xfrm>
            <a:off x="13765089" y="639761"/>
            <a:ext cx="90812" cy="8768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462981"/>
            <a:endParaRPr lang="en-US" sz="288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: Top Corners Rounded 18">
            <a:extLst>
              <a:ext uri="{FF2B5EF4-FFF2-40B4-BE49-F238E27FC236}">
                <a16:creationId xmlns:a16="http://schemas.microsoft.com/office/drawing/2014/main" id="{D7CB8D7A-DDC6-4D1D-A950-5D992C26FEFD}"/>
              </a:ext>
            </a:extLst>
          </p:cNvPr>
          <p:cNvSpPr/>
          <p:nvPr/>
        </p:nvSpPr>
        <p:spPr>
          <a:xfrm>
            <a:off x="4958950" y="1516565"/>
            <a:ext cx="4372179" cy="5863120"/>
          </a:xfrm>
          <a:prstGeom prst="round2SameRect">
            <a:avLst>
              <a:gd name="adj1" fmla="val 0"/>
              <a:gd name="adj2" fmla="val 14760"/>
            </a:avLst>
          </a:prstGeom>
          <a:solidFill>
            <a:srgbClr val="D9D9D9">
              <a:alpha val="50000"/>
            </a:srgb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182880" bIns="182880" rtlCol="0" anchor="t" anchorCtr="0"/>
          <a:lstStyle/>
          <a:p>
            <a:pPr marL="285738" indent="-285738" defTabSz="1462981">
              <a:lnSpc>
                <a:spcPct val="150000"/>
              </a:lnSpc>
              <a:buClr>
                <a:srgbClr val="A5C249"/>
              </a:buClr>
              <a:buSzPct val="130000"/>
              <a:buFont typeface="Arial" panose="020B0604020202020204" pitchFamily="34" charset="0"/>
              <a:buChar char="►"/>
            </a:pPr>
            <a:r>
              <a:rPr lang="en-US" sz="1920" b="1" dirty="0">
                <a:solidFill>
                  <a:prstClr val="black"/>
                </a:solidFill>
                <a:latin typeface="+mj-lt"/>
              </a:rPr>
              <a:t>Challenge</a:t>
            </a:r>
            <a:endParaRPr lang="en-US" sz="1920" dirty="0">
              <a:solidFill>
                <a:prstClr val="black"/>
              </a:solidFill>
              <a:latin typeface="+mj-lt"/>
            </a:endParaRPr>
          </a:p>
          <a:p>
            <a:pPr marL="517505" indent="-173032" defTabSz="1462981">
              <a:lnSpc>
                <a:spcPct val="150000"/>
              </a:lnSpc>
              <a:spcBef>
                <a:spcPts val="600"/>
              </a:spcBef>
              <a:buClr>
                <a:prstClr val="black"/>
              </a:buClr>
              <a:buSzPct val="130000"/>
              <a:buFont typeface="Arial" panose="020B0604020202020204" pitchFamily="34" charset="0"/>
              <a:buChar char="•"/>
            </a:pPr>
            <a:r>
              <a:rPr lang="en-IN" sz="1440" dirty="0">
                <a:solidFill>
                  <a:prstClr val="black"/>
                </a:solidFill>
              </a:rPr>
              <a:t>A Priority Outage Report had to be created everyday, manually, specifying the action item of all the tickets (SCTASK, INCIDENTS, CTASKS).</a:t>
            </a:r>
          </a:p>
          <a:p>
            <a:pPr marL="517505" indent="-173032" defTabSz="1462981">
              <a:lnSpc>
                <a:spcPct val="150000"/>
              </a:lnSpc>
              <a:spcBef>
                <a:spcPts val="600"/>
              </a:spcBef>
              <a:buClr>
                <a:prstClr val="black"/>
              </a:buClr>
              <a:buSzPct val="130000"/>
              <a:buFont typeface="Arial" panose="020B0604020202020204" pitchFamily="34" charset="0"/>
              <a:buChar char="•"/>
            </a:pPr>
            <a:r>
              <a:rPr lang="en-US" sz="1440" dirty="0">
                <a:solidFill>
                  <a:prstClr val="black"/>
                </a:solidFill>
              </a:rPr>
              <a:t>The Report extraction and study took considerable amount of time</a:t>
            </a:r>
          </a:p>
          <a:p>
            <a:pPr marL="344473" defTabSz="1462981">
              <a:lnSpc>
                <a:spcPct val="150000"/>
              </a:lnSpc>
              <a:spcBef>
                <a:spcPts val="600"/>
              </a:spcBef>
              <a:buClr>
                <a:prstClr val="black"/>
              </a:buClr>
              <a:buSzPct val="130000"/>
            </a:pPr>
            <a:endParaRPr lang="en-US" sz="1400" dirty="0">
              <a:solidFill>
                <a:prstClr val="black"/>
              </a:solidFill>
              <a:latin typeface="+mj-lt"/>
            </a:endParaRPr>
          </a:p>
          <a:p>
            <a:pPr marL="285738" indent="-285738" defTabSz="1462981">
              <a:lnSpc>
                <a:spcPct val="150000"/>
              </a:lnSpc>
              <a:buClr>
                <a:srgbClr val="A5C249"/>
              </a:buClr>
              <a:buSzPct val="130000"/>
              <a:buFont typeface="Arial" panose="020B0604020202020204" pitchFamily="34" charset="0"/>
              <a:buChar char="►"/>
            </a:pPr>
            <a:r>
              <a:rPr lang="en-US" sz="1920" b="1" dirty="0">
                <a:solidFill>
                  <a:prstClr val="black"/>
                </a:solidFill>
                <a:latin typeface="+mj-lt"/>
              </a:rPr>
              <a:t>Solution</a:t>
            </a:r>
          </a:p>
          <a:p>
            <a:pPr marL="517505" indent="-173032" defTabSz="1462981">
              <a:lnSpc>
                <a:spcPct val="150000"/>
              </a:lnSpc>
              <a:spcBef>
                <a:spcPts val="600"/>
              </a:spcBef>
              <a:buClr>
                <a:prstClr val="black"/>
              </a:buClr>
              <a:buSzPct val="130000"/>
              <a:buFont typeface="Arial" panose="020B0604020202020204" pitchFamily="34" charset="0"/>
              <a:buChar char="•"/>
            </a:pPr>
            <a:r>
              <a:rPr lang="en-US" sz="1440" dirty="0">
                <a:solidFill>
                  <a:schemeClr val="tx1"/>
                </a:solidFill>
              </a:rPr>
              <a:t>With the application of </a:t>
            </a:r>
            <a:r>
              <a:rPr lang="en-IN" sz="1440" dirty="0">
                <a:solidFill>
                  <a:schemeClr val="tx1"/>
                </a:solidFill>
              </a:rPr>
              <a:t>this</a:t>
            </a:r>
            <a:r>
              <a:rPr lang="en-US" sz="1440" dirty="0">
                <a:solidFill>
                  <a:schemeClr val="tx1"/>
                </a:solidFill>
              </a:rPr>
              <a:t> automation</a:t>
            </a:r>
            <a:r>
              <a:rPr lang="en-IN" sz="1440" dirty="0">
                <a:solidFill>
                  <a:prstClr val="black"/>
                </a:solidFill>
              </a:rPr>
              <a:t>,  the Priority Outage Report can be automatically generated, without manual analysis or scrutiny.</a:t>
            </a:r>
            <a:endParaRPr lang="en-US" sz="1680" dirty="0">
              <a:solidFill>
                <a:prstClr val="black"/>
              </a:solidFill>
            </a:endParaRPr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1B574B6F-F3F9-44FE-BF59-E9A880FC2AC3}"/>
              </a:ext>
            </a:extLst>
          </p:cNvPr>
          <p:cNvSpPr/>
          <p:nvPr/>
        </p:nvSpPr>
        <p:spPr>
          <a:xfrm rot="5400000">
            <a:off x="3541330" y="5622671"/>
            <a:ext cx="1248269" cy="1076094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462981"/>
            <a:endParaRPr lang="en-US" sz="288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0E40475-AACE-4F51-9EDB-B3A68DCEC0CC}"/>
              </a:ext>
            </a:extLst>
          </p:cNvPr>
          <p:cNvSpPr txBox="1"/>
          <p:nvPr/>
        </p:nvSpPr>
        <p:spPr>
          <a:xfrm>
            <a:off x="9775268" y="2043637"/>
            <a:ext cx="4017712" cy="2310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38" indent="-285738" defTabSz="1462981">
              <a:lnSpc>
                <a:spcPct val="150000"/>
              </a:lnSpc>
              <a:buClr>
                <a:srgbClr val="A5C249"/>
              </a:buClr>
              <a:buSzPct val="130000"/>
              <a:buFont typeface="Arial" panose="020B0604020202020204" pitchFamily="34" charset="0"/>
              <a:buChar char="►"/>
            </a:pPr>
            <a:r>
              <a:rPr lang="en-US" sz="1920" b="1" dirty="0">
                <a:solidFill>
                  <a:prstClr val="black"/>
                </a:solidFill>
                <a:latin typeface="+mj-lt"/>
              </a:rPr>
              <a:t>Results</a:t>
            </a:r>
            <a:r>
              <a:rPr lang="en-IN" sz="1920" b="1" dirty="0">
                <a:solidFill>
                  <a:prstClr val="black"/>
                </a:solidFill>
                <a:latin typeface="+mj-lt"/>
              </a:rPr>
              <a:t> &amp; Benefits</a:t>
            </a:r>
            <a:endParaRPr lang="en-US" sz="1920" b="1" dirty="0">
              <a:solidFill>
                <a:prstClr val="black"/>
              </a:solidFill>
              <a:latin typeface="+mj-lt"/>
            </a:endParaRPr>
          </a:p>
          <a:p>
            <a:pPr marL="517505" indent="-173032" defTabSz="1462981">
              <a:lnSpc>
                <a:spcPct val="150000"/>
              </a:lnSpc>
              <a:spcBef>
                <a:spcPts val="600"/>
              </a:spcBef>
              <a:buClr>
                <a:prstClr val="black"/>
              </a:buClr>
              <a:buSzPct val="130000"/>
              <a:buFont typeface="Arial" panose="020B0604020202020204" pitchFamily="34" charset="0"/>
              <a:buChar char="•"/>
            </a:pPr>
            <a:r>
              <a:rPr lang="en-IN" sz="1440" dirty="0">
                <a:solidFill>
                  <a:prstClr val="black"/>
                </a:solidFill>
                <a:latin typeface="+mj-lt"/>
              </a:rPr>
              <a:t>18</a:t>
            </a:r>
            <a:r>
              <a:rPr lang="en-US" sz="1440" dirty="0">
                <a:solidFill>
                  <a:prstClr val="black"/>
                </a:solidFill>
                <a:latin typeface="+mj-lt"/>
              </a:rPr>
              <a:t>00</a:t>
            </a:r>
            <a:r>
              <a:rPr lang="en-IN" sz="1440" dirty="0">
                <a:solidFill>
                  <a:prstClr val="black"/>
                </a:solidFill>
                <a:latin typeface="+mj-lt"/>
              </a:rPr>
              <a:t> minutes</a:t>
            </a:r>
            <a:r>
              <a:rPr lang="en-US" sz="1440" dirty="0">
                <a:solidFill>
                  <a:prstClr val="black"/>
                </a:solidFill>
                <a:latin typeface="+mj-lt"/>
              </a:rPr>
              <a:t> manual efforts reduction per month.</a:t>
            </a:r>
          </a:p>
          <a:p>
            <a:pPr marL="517505" indent="-173032" defTabSz="1462981">
              <a:lnSpc>
                <a:spcPct val="150000"/>
              </a:lnSpc>
              <a:spcBef>
                <a:spcPts val="600"/>
              </a:spcBef>
              <a:buClr>
                <a:prstClr val="black"/>
              </a:buClr>
              <a:buSzPct val="130000"/>
              <a:buFont typeface="Arial" panose="020B0604020202020204" pitchFamily="34" charset="0"/>
              <a:buChar char="•"/>
            </a:pPr>
            <a:r>
              <a:rPr lang="en-IN" sz="1440" dirty="0">
                <a:solidFill>
                  <a:prstClr val="black"/>
                </a:solidFill>
                <a:latin typeface="+mj-lt"/>
              </a:rPr>
              <a:t>PR being created in no time, saves time, reduces manual efforts, and is less error prone.</a:t>
            </a:r>
            <a:endParaRPr lang="en-US" sz="1440" dirty="0">
              <a:solidFill>
                <a:prstClr val="black"/>
              </a:solidFill>
              <a:latin typeface="+mj-lt"/>
            </a:endParaRPr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82559A41-9572-42EF-8879-078926832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4030674"/>
              </p:ext>
            </p:extLst>
          </p:nvPr>
        </p:nvGraphicFramePr>
        <p:xfrm>
          <a:off x="10429850" y="-2188"/>
          <a:ext cx="3514751" cy="6133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3878">
                  <a:extLst>
                    <a:ext uri="{9D8B030D-6E8A-4147-A177-3AD203B41FA5}">
                      <a16:colId xmlns:a16="http://schemas.microsoft.com/office/drawing/2014/main" val="3819972148"/>
                    </a:ext>
                  </a:extLst>
                </a:gridCol>
                <a:gridCol w="1218887">
                  <a:extLst>
                    <a:ext uri="{9D8B030D-6E8A-4147-A177-3AD203B41FA5}">
                      <a16:colId xmlns:a16="http://schemas.microsoft.com/office/drawing/2014/main" val="1300408320"/>
                    </a:ext>
                  </a:extLst>
                </a:gridCol>
                <a:gridCol w="1051986">
                  <a:extLst>
                    <a:ext uri="{9D8B030D-6E8A-4147-A177-3AD203B41FA5}">
                      <a16:colId xmlns:a16="http://schemas.microsoft.com/office/drawing/2014/main" val="1457583888"/>
                    </a:ext>
                  </a:extLst>
                </a:gridCol>
              </a:tblGrid>
              <a:tr h="28394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Account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Service 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Region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2802663"/>
                  </a:ext>
                </a:extLst>
              </a:tr>
              <a:tr h="329377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MPC</a:t>
                      </a:r>
                      <a:endParaRPr lang="en-US" sz="14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Database</a:t>
                      </a:r>
                      <a:endParaRPr lang="en-US" sz="14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Americas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845014"/>
                  </a:ext>
                </a:extLst>
              </a:tr>
            </a:tbl>
          </a:graphicData>
        </a:graphic>
      </p:graphicFrame>
      <p:sp>
        <p:nvSpPr>
          <p:cNvPr id="18" name="Rectangle 17">
            <a:extLst>
              <a:ext uri="{FF2B5EF4-FFF2-40B4-BE49-F238E27FC236}">
                <a16:creationId xmlns:a16="http://schemas.microsoft.com/office/drawing/2014/main" id="{3661C666-FF46-45C8-A8F1-FB890B28ECA9}"/>
              </a:ext>
            </a:extLst>
          </p:cNvPr>
          <p:cNvSpPr/>
          <p:nvPr/>
        </p:nvSpPr>
        <p:spPr>
          <a:xfrm>
            <a:off x="2017334" y="2975417"/>
            <a:ext cx="2392167" cy="1169551"/>
          </a:xfrm>
          <a:prstGeom prst="rect">
            <a:avLst/>
          </a:prstGeom>
          <a:solidFill>
            <a:schemeClr val="bg1"/>
          </a:solidFill>
          <a:effectLst>
            <a:glow rad="139700">
              <a:schemeClr val="tx1"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defTabSz="1462981"/>
            <a:r>
              <a:rPr lang="en-US" sz="1800" b="1" u="sng" dirty="0">
                <a:solidFill>
                  <a:prstClr val="black"/>
                </a:solidFill>
                <a:latin typeface="+mj-lt"/>
              </a:rPr>
              <a:t>Key contributors</a:t>
            </a:r>
            <a:r>
              <a:rPr lang="en-US" sz="1800" b="1" dirty="0">
                <a:solidFill>
                  <a:prstClr val="black"/>
                </a:solidFill>
                <a:latin typeface="+mj-lt"/>
              </a:rPr>
              <a:t>:</a:t>
            </a:r>
          </a:p>
          <a:p>
            <a:pPr defTabSz="1462981"/>
            <a:endParaRPr lang="en-US" sz="1800" b="1" u="sng" dirty="0">
              <a:solidFill>
                <a:prstClr val="black"/>
              </a:solidFill>
              <a:effectLst>
                <a:glow rad="127000">
                  <a:schemeClr val="accent1">
                    <a:lumMod val="60000"/>
                    <a:lumOff val="40000"/>
                  </a:schemeClr>
                </a:glow>
              </a:effectLst>
              <a:latin typeface="+mj-lt"/>
            </a:endParaRPr>
          </a:p>
          <a:p>
            <a:pPr marL="342887" indent="-342887" defTabSz="1462981">
              <a:buFont typeface="Arial" panose="020B0604020202020204" pitchFamily="34" charset="0"/>
              <a:buChar char="•"/>
            </a:pPr>
            <a:r>
              <a:rPr lang="en-IN" sz="1700" dirty="0">
                <a:solidFill>
                  <a:prstClr val="black"/>
                </a:solidFill>
                <a:latin typeface="+mj-lt"/>
              </a:rPr>
              <a:t>Jiya Sharma</a:t>
            </a:r>
            <a:endParaRPr lang="en-US" sz="1700" dirty="0">
              <a:solidFill>
                <a:prstClr val="black"/>
              </a:solidFill>
              <a:latin typeface="+mj-lt"/>
            </a:endParaRPr>
          </a:p>
          <a:p>
            <a:pPr marL="342887" indent="-342887" defTabSz="1462981">
              <a:buFont typeface="Arial" panose="020B0604020202020204" pitchFamily="34" charset="0"/>
              <a:buChar char="•"/>
            </a:pPr>
            <a:r>
              <a:rPr lang="en-IN" sz="1700" dirty="0">
                <a:solidFill>
                  <a:prstClr val="black"/>
                </a:solidFill>
                <a:latin typeface="+mj-lt"/>
              </a:rPr>
              <a:t>Bhargav Sharma</a:t>
            </a:r>
            <a:endParaRPr lang="en-US" sz="1700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FFD96F5-3AB4-4DDF-9CFE-210FA21B358F}"/>
              </a:ext>
            </a:extLst>
          </p:cNvPr>
          <p:cNvSpPr/>
          <p:nvPr/>
        </p:nvSpPr>
        <p:spPr>
          <a:xfrm>
            <a:off x="620120" y="1733605"/>
            <a:ext cx="4837261" cy="7437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462981">
              <a:spcAft>
                <a:spcPts val="1000"/>
              </a:spcAft>
            </a:pPr>
            <a:r>
              <a:rPr lang="en-US" sz="1800" b="1" dirty="0">
                <a:solidFill>
                  <a:prstClr val="black"/>
                </a:solidFill>
                <a:latin typeface="+mj-lt"/>
              </a:rPr>
              <a:t>AUTOMATION SOLUTIONS</a:t>
            </a:r>
          </a:p>
          <a:p>
            <a:pPr defTabSz="1462981">
              <a:spcAft>
                <a:spcPts val="1000"/>
              </a:spcAft>
            </a:pPr>
            <a:r>
              <a:rPr lang="en-IN" sz="1600" dirty="0">
                <a:solidFill>
                  <a:prstClr val="black"/>
                </a:solidFill>
                <a:latin typeface="+mj-lt"/>
              </a:rPr>
              <a:t>Python, </a:t>
            </a:r>
            <a:r>
              <a:rPr lang="en-IN" sz="1600" b="0" i="0" dirty="0">
                <a:solidFill>
                  <a:srgbClr val="202124"/>
                </a:solidFill>
                <a:effectLst/>
                <a:latin typeface="+mj-lt"/>
              </a:rPr>
              <a:t>VBA Macros </a:t>
            </a:r>
            <a:r>
              <a:rPr lang="en-IN" sz="1600" dirty="0">
                <a:solidFill>
                  <a:prstClr val="black"/>
                </a:solidFill>
                <a:latin typeface="+mj-lt"/>
              </a:rPr>
              <a:t>Automation</a:t>
            </a:r>
            <a:endParaRPr lang="en-US" sz="1600" dirty="0">
              <a:solidFill>
                <a:prstClr val="black"/>
              </a:solidFill>
              <a:latin typeface="+mj-lt"/>
            </a:endParaRPr>
          </a:p>
        </p:txBody>
      </p:sp>
      <p:pic>
        <p:nvPicPr>
          <p:cNvPr id="1028" name="Picture 4" descr="IoT News - 4 Important Reasons Automation Is A Must For Companies In 2020 -  IoT Business News">
            <a:extLst>
              <a:ext uri="{FF2B5EF4-FFF2-40B4-BE49-F238E27FC236}">
                <a16:creationId xmlns:a16="http://schemas.microsoft.com/office/drawing/2014/main" id="{26847546-4D75-43A1-967C-29014079BF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2917" y="4762756"/>
            <a:ext cx="4652319" cy="261692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6E4AAAC-D2A7-4080-9A73-B82FD9189F2C}"/>
              </a:ext>
            </a:extLst>
          </p:cNvPr>
          <p:cNvSpPr txBox="1"/>
          <p:nvPr/>
        </p:nvSpPr>
        <p:spPr>
          <a:xfrm>
            <a:off x="531846" y="7327239"/>
            <a:ext cx="2019477" cy="666123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23" name="Picture 2" descr="DXC Technology | HashiCorp Systems Integrator | Specialized">
            <a:extLst>
              <a:ext uri="{FF2B5EF4-FFF2-40B4-BE49-F238E27FC236}">
                <a16:creationId xmlns:a16="http://schemas.microsoft.com/office/drawing/2014/main" id="{E4540E8A-A3AB-4346-825D-133FD324A8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119" y="7660301"/>
            <a:ext cx="1702833" cy="333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7118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XC">
  <a:themeElements>
    <a:clrScheme name="DXC Refreshed Palette">
      <a:dk1>
        <a:srgbClr val="000000"/>
      </a:dk1>
      <a:lt1>
        <a:srgbClr val="FFFFFF"/>
      </a:lt1>
      <a:dk2>
        <a:srgbClr val="28AEE4"/>
      </a:dk2>
      <a:lt2>
        <a:srgbClr val="F7CF2B"/>
      </a:lt2>
      <a:accent1>
        <a:srgbClr val="6F2C91"/>
      </a:accent1>
      <a:accent2>
        <a:srgbClr val="1870B9"/>
      </a:accent2>
      <a:accent3>
        <a:srgbClr val="666666"/>
      </a:accent3>
      <a:accent4>
        <a:srgbClr val="D9D9D9"/>
      </a:accent4>
      <a:accent5>
        <a:srgbClr val="97BE35"/>
      </a:accent5>
      <a:accent6>
        <a:srgbClr val="F38F20"/>
      </a:accent6>
      <a:hlink>
        <a:srgbClr val="000000"/>
      </a:hlink>
      <a:folHlink>
        <a:srgbClr val="666666"/>
      </a:folHlink>
    </a:clrScheme>
    <a:fontScheme name="DX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X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sq" cmpd="sng" algn="ctr">
          <a:solidFill>
            <a:schemeClr val="phClr"/>
          </a:solidFill>
          <a:prstDash val="solid"/>
        </a:ln>
        <a:ln w="6350" cap="sq" cmpd="sng" algn="ctr">
          <a:solidFill>
            <a:schemeClr val="phClr"/>
          </a:solidFill>
          <a:prstDash val="solid"/>
        </a:ln>
        <a:ln w="635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/>
      <a:style>
        <a:lnRef idx="0">
          <a:schemeClr val="accent1"/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D5FC2D1D-65FC-4552-9123-717CC7B7065E}" vid="{0A5C314F-6F6A-4C5C-A1BE-A39FF701CF3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166</Words>
  <Application>Microsoft Office PowerPoint</Application>
  <PresentationFormat>Custom</PresentationFormat>
  <Paragraphs>28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DXC</vt:lpstr>
      <vt:lpstr>Innovation &amp; Automation</vt:lpstr>
      <vt:lpstr>PRIORITY OUTAGE REPORT AUTOMATION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Innovation &amp; Automation</dc:title>
  <dc:creator>SHARMA, JIYA</dc:creator>
  <cp:lastModifiedBy>SHARMA, JIYA</cp:lastModifiedBy>
  <cp:revision>16</cp:revision>
  <dcterms:created xsi:type="dcterms:W3CDTF">2021-09-13T18:12:42Z</dcterms:created>
  <dcterms:modified xsi:type="dcterms:W3CDTF">2021-09-13T19:48:51Z</dcterms:modified>
</cp:coreProperties>
</file>